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3"/>
    <p:sldId id="281" r:id="rId3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5, Day 2 morning. Three topics: APIM (~40 min, students follow live on their own subscriptions), Events vs Messages (~25 min, concepts and the decision flowchart), The Build (~40 min, trainer-led demo). Full command sequences: the Module 5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 APIM portion live, on their own subscriptions. The build (Topic 3) stays a trainer-led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 — let it land before moving on. Foreshadows section 1.7's tier investigation without giving away the punchline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catalog-api has zero code awareness of APIM. That's demonstrable, not asserted — the next slide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in class if time is short — the most convincing five seconds of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Live-hit gotcha: importing without --service-url leaves APIM with no backend target — every call bounces off APIM itself with a 500. The Swagger doc has no 'servers' entry, so the flag is required,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Portal path: APIs → catalog-api → Design → Inbound processing → &lt;/&gt; code editor. The skeleton already has &lt;base/&gt; in every section — only these two lines get added, not a whole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telling this exactly as it happened in class — real troubleshooting is a better lesson than a scripted 'here's the answer'. Full detail: manual's Issues &amp; Fixes, Topic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investigation happened live, in front of the class, after az apim show returned publicIPAddresses: null. It's a stronger lesson than a scripted demo would have been — trade-off analysis, not assertion.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Topic 2 — Events vs Messages, taught conceptually while APIM's Consumption-tier provisioning runs in the background in the actual class running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whole topic reduces to this one question. Everything else — competing consumers, idempotency, poison queues, peek-lock — is a consequence of this split, not a separate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All four will resurface concretely in Topic 3: the idempotency guard against the BlobCreated loop, and the poster-jobs-poison queue after 5 failed dequeues.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Practical mapping row is a quick reference, not meant to be memorized verbatim — the one-question test above is the thing to actually retain.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Slides-only section — no live demo. The point is knowing these features exist and when they'd matter, not building with them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Teaser only — don't answer the 'why a queue in between' question yet, Topic 3 earns it with the buffering/retry/poison-handling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Transition to Topic 3 — Functions 101 comes first (~8 min), then the live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Trainer-led demo, not students-follow-live like Topic 1 — manual is the follow-along artifact. Functions 101 fills a real syllabus gap: Functions was dropped from the course during the catalog rework, official programme still lists it under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Functions was dropped from the course during the catalog rework; the official programme still lists it under Module 1. Introduced here instead, as the canonical queue-consumer scenario — an introduction, not a detour.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Contrast for a beat: catalog-api could call QueueClient.SendMessageAsync itself right after an upload — maybe 6 lines — but then every future producer of 'a poster changed' has to remember to write to that queue. The event-driven version doesn't care who or what created the blob.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This is the events-vs-messages distinction from Topic 2, made concrete: competing consumers, at-least-once, poison — all doing real work here, not just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Full command sequence: manual section 3.2 through 3.6 / commands.md Topic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Worth walking through exactly as it happened: System.ObjectDisposedException in JobHost.StartAsync, confirmed via Portal Diagnose-and-solve-problems. The methodology matters as much as the answer — rule out code with a minimal repro, rule out config, check status, isolate one variable at a time. Full sequence: manual section 3.5.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Full detail on each: manual's Issues &amp; Fixes, Topic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System Topic vs. 'the platform can't read your mind' contrast. Not built live — a one-line callout in the manual, per Guilherme's call to keep this concept-only.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Topic 3, end of Module 5's live-built content. The manual (used by trainer and students alike) is the full command reference — no separate trainer-only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Teaser slide for Module 6, same pattern as Module 3's and Module 4's closers.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Combined module wrap-up before the Module 6 teaser -- one line per topic's real takeaway, said out loud once all three topics are done. Not meant to replace the three per-topic wrap slides, which stay in place right after each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937760"/>
            <a:ext cx="2377440" cy="237744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Consume Services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 ·  Events &amp; Messages  ·  Azure Functions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— the front door for the services you expose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231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provision APIM, import catalog-api from its Swagger, prove the gateway is the only path 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815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tiers — throttling and header rewriting as infrastructure, and what Consumption really costs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785616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398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vs messages — who's aimed at whom, and the four exam-gold terms that follow from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982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— Event Grid, Event Hubs, Service Bus, Storage Queues: one question settles 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10235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0566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— Functions 101, then blob upload → event → queue → Function, wired live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with the URL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call this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catalog-api's Container App has a public FQDN. No gateway, no policy, no throttle stands between anyone who finds that URL and your backend.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 the gateway is the only sanctioned path in — though, as we'll find out live, actually closing the old path turns out to be harder than it looks.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API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gateway your app doesn't know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1965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don't hand-write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0370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reads catalog-api's live OpenAPI document and builds the entire API surface automatically — routes, methods, parameter shapes, zero manual entry.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36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key is the product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2102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must carry Ocp-Apim-Subscription-Key. No key, no data — the whole gateway-as-bouncer idea in two requests.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65429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are infrastructure, not app code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3834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and header rewriting live in gateway config. catalog-api never changes, and never knows the gateway exists.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rebuild. Same code.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Base URL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5292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FQDN, called directly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gateway in the path.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18745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487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Base URL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8529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 URL + subscription key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running app. Just a setting.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937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catalog-ui's proxy controller has sent Ocp-Apim-Subscription-Key since Module 1. Moving the whole app behind the gateway is a browser settings change — not a redeploy.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→ Prove → Repoint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5059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apim api import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--service-url required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99816" y="361188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219456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45059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1296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1089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35661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/catalog/titles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88152" y="361188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1032" y="219456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45059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9963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31089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661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Ocp-Apim-Subscription-Key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76488" y="361188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9368" y="219456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87968" y="245059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87968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887968" y="31089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 UI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87968" y="35661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gateway URL +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rebuild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 sequence: Module 5 manual, section 1.2–1.5.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policies, two directions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— before the 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&lt;rate-limit calls="3" renewal-period="30" /&gt;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Throttles per subscription automatically — no custom counter key needed. Applies on every APIM tier, including Consumption.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calls in 30s → the 4th comes back 429.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after the backend answers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514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&lt;set-header name="X-Gateway"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exists-action="override"&gt;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&lt;value&gt;apim-estiam-dev-2&lt;/value&gt;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&lt;/set-header&gt;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5204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gateway can rewrite responses, not just gate requests. catalog-api never sends this header — APIM adds it in flight.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120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DevTools → Network → Headers.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BROKE,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errors, live in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call 500’d.”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itself succeeded — operations looked correct in the portal. But every call through the gateway bounced back with a plain 500.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catalog-api's Swagger doc carries no servers entry. Without --service-url, APIM has an operation defined but no backend to call.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103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“Policy is not allowed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'Consumption' sku.”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0632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validation error, not a soft limit — rate-limit-by-key is rejected outright when saving the policy.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251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rate-limit applies to every APIM tier, Consumption included, and scopes per-subscription automatically — no counter key needed.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TO LOCK THE BACK DOOR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that actually costs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69848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46634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needs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allow-list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static outbound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+ all v2 tiers have none. Only classic tiers do — 30–45 min to provision.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code validating the cert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catalog-api itself has to change. Off the table this module.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 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Developer/Premium tier + VNet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isolation — but 30–45 min provisioning and more infrastructure.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no tier that's both fast to provision and gives real network control for free.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TOPIC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 on the exam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and managing APIs behind a gateway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249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policies for throttling and response transformation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5204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649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tier trade-offs — provisioning time vs. network capability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5029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Events vs. Messages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EVENTS VS MESSAGES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aimed at whom?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happened."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 doesn't know or care who's listening. Zero consumers is a valid state — the event just evaporates.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 ·  Event Hubs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505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this."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632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to a specific consumer. It waits in a queue until picked up — nothing evaporates, it accumulates.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5349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 ·  Storage Queues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EXAM-GOLD TERMS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follow from that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1663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21031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391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consumers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414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Scaled-out instances share one queue — each message goes to exactly one. Fan-out (events) is the opposite: every subscriber gets its own copy.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51663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21031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0391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→ idempotency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414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guaranteed at least once, not exactly once. Consumers must be safe to process the same message twice.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51663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4206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1422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/ dead-letter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4456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move a message out of the way after N attempts, so one bad message can't jam the whole pipeline.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977640"/>
            <a:ext cx="51663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4206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41422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Peek-lock vs receive-and-delete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54456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Lock-and-hide-until-complete vs grab-and-gone. Peek-lock is what makes at-least-once delivery actually safe.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settles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0" y="16916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316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need to reach ONE specific place, and wait if it's busy?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931920" y="2606040"/>
            <a:ext cx="-118872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606040"/>
            <a:ext cx="118872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31089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→ Queue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 ·  Storage Queues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31089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→ Announce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 ·  Event Hubs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8463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166360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Low-volume, reactive — "a blob was created"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48463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5166360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streaming — telemetry, logs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99048" y="48463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99048" y="5166360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queueing — sessions, topics, transactions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851392" y="48463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5166360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cheap — free with a storage account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— WHEN YOU'D REACH FOR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queue than Storage Queues gives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1109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9514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related messages processed in sequence — e.g. every event for one customer handled by the same consumer, in order.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4553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2958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message, multiple independent subscriptions — each subscriber gets its own copy and its own read position.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379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6402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queue operations succeed or fail together — no partial state if something goes wrong mid-batch.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live today — Topic 3's build uses Storage Queues, because it's what a Function App's own storage account already gives you, free.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— TOPIC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Both, chained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upload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72968" y="2788920"/>
            <a:ext cx="28346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19456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2788920"/>
            <a:ext cx="28346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9456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41B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67928" y="2788920"/>
            <a:ext cx="28346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219456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0684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977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3's build isn't one or the other — it's both. An event triggers work; the work itself hands off through a queue so it's retryable, buffered, and survives the consumer being down.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trigger the Function directly from the event? We'll answer that live.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TOPIC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 on the exam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Event Grid, Event Hubs, Service Bus, and Storage Queues for a scenario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620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at-least-once delivery and idempotent consumers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7947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39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consumers and poison-message handling patterns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5212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The Build — poster normalization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937760"/>
            <a:ext cx="2377440" cy="237744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normalization — a blob upload chains an event into a message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101 — CLOSING A SYLLABUS 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On-demand, not always-on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App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whether or not anyone's calling it. Always-on compute.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937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binding: the AZ-204 skill. This build's trigger is QueueTrigger.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68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971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as a running process until something triggers it. Stops billing the moment it's done.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937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plan (pay-per-execution) + isolated worker (.NET 8 as its own process, the modern default).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event chains into a message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 uploaded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posters/ container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38728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21608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BlobCreated event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subscription, filtered to posters/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63056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8309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65976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poster-jobs queue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65976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 — the message hop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2746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0344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NormalizePoster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10344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QueueTrigger Function — resizes to 2:3, overwrites the blob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937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catalog-api is never touched or redeployed. A whole new capability ships into a running system by attaching to events it already emits.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HIT THESE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is mandatory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overwrites the same blob it was triggered by. Overwriting fires ANOTHER BlobCreated event. Without a guard, this loops forever.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blob metadata normalized=true after processing. Check it BEFORE any image work, not after.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queue at all?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7889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could trigger the Function directly. Its own retry is short-lived and push-based, though.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840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Storage Queue gives: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1605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Buffering, real retry/visibility-timeout, and a poison queue (poster-jobs-poison, auto-created after 5 failed dequeues). Topic 2's vocabulary, now doing real work.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764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 poster-jobs (reusing $STORAGE) + the Function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(pre-written)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333756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NormalizePoster.cs — QueueTrigger, ImageSharp resize, idempotency guard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815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081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azure functionapp publish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785616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739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Event Grid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7398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scoped to the storage account, filtered to posters/, delivers straight to the queue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3982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3982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existing poster to a new blob name — fires a fresh BlobCreated just like a real upload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10235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056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50566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normalized: true metadata on the blob, empty queue after processing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BROKE,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platform bug, diagnosed on stage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App provisioned cleanly, the build succeeded, publish reported success — and the function list came back completely empty. Ruled out, one variable at a time: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4231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HTTP-trigger “Ping” function, zero custom packages, failed identically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2004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functions.metadata confirmed a correct build; the failure predates any of our code running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97764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141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977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977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failure on classic Linux Consumption (Y1) AND Flex Consumption (FC1)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75488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141B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54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outage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754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Azure's own status page showed no incident for West Central US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hosted the Function App's compute in eastus, kept $STORAGE in westcentralus. Zero code changes — Azure allows the cross-region reference.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FIXES — TOPIC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real gotchas, live-validated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698480" cy="4206240"/>
        </p:xfrm>
        <a:graphic>
          <a:graphicData uri="http://schemas.openxmlformats.org/drawingml/2006/table">
            <a:tbl>
              <a:tblPr/>
              <a:tblGrid>
                <a:gridCol w="4937760"/>
                <a:gridCol w="576072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“Unknown template 'AzureQueueStoragetrigger'”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isolated-worker templates use short aliases — “Queue trigger”, not the friendly display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ImageSharp build fails: “No Six Labors license found”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v3+ needs a commercial license key. Pinned to 2.1.9, the last Apache-2.0 version — accepted its two known CVEs as low risk for this training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list empty, host 502s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Central US-specific host-startup failure on this subscription — fixed by moving Function App compute to eastus (see previous slide)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peek: “not the required permissions”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Data-plane storage ops need their own RBAC role, separate from Blob Data roles or ARM ownership — --auth-mode key works around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BUG — MENTIONED, NOT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a title doesn't delete its poster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BlobDeleted exists as a system event too — but it fires AFTER a blob is deleted. It can't be the thing that decides to delete the orphaned poster, because nothing currently deletes it at all.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3200400"/>
            <a:ext cx="1069848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290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gives you BlobCreated for free because Blob Storage already knows when it changed something. It can't give you “a Cosmos item was deleted” for free — that decision lives entirely in catalog-api's own code.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572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fix: two lines in the DELETE handler (BlobClient.DeleteAsync()) — not an eventing problem at all.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TOPIC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sticks for AZ-204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28016" cy="45720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bindings — the named Functions skill, demonstrated with QueueTrigger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128016" cy="45720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614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system topics — Blob Storage's built-in events, zero app code required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128016" cy="45720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301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idempotency and poison handling — Topic 2's vocabulary, doing real work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4572000"/>
            <a:ext cx="128016" cy="45720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4988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 platform-side failure — rule out code, config, and plan before blaming the region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Software Engineering  |  ÉSTIAM  |  Day 2, Morning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9260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Module 6 — Prompt Engineering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front our services and wire them to each other. Next: putting an AI feature inside the Catalog app — and getting the model to do what we actually want.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F2A93B"/>
                </a:solidFill>
                <a:latin typeface="Calibri"/>
              </a:rPr>
              <a:t>WRAP —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The whole module, in six 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API Management fronts a backend with zero code changes — policies are infrastructure, not app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09444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363724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Not every network lock-down is free: a static IP needs a classic APIM tier, real isolation needs VNet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81528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Events announce ("this happened"), messages instruct ("do this, and wait") — that split explains competing consumers, idempotency, and poison queues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53612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70789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Azure Functions are on-demand compute: no trigger firing, no running process, no bill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425696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Event Grid chained into a Storage Queue buys buffering and real retry that a direct EventGridTrigger wouldn't give for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97780"/>
            <a:ext cx="128016" cy="38404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505206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8ECFB"/>
                </a:solidFill>
                <a:latin typeface="Calibri"/>
              </a:rPr>
              <a:t>When something breaks on the platform side, prove it methodically — rule out code, config, and hosting plan before blaming the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AAB2D5"/>
                </a:solidFill>
                <a:latin typeface="Calibri"/>
              </a:rPr>
              <a:t>Modern Enterprise Software Engineering  |  ÉSTIAM  |  Day 2, Morning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2026-08-29T12:04:23Z</dcterms:created>
  <dcterms:modified xsi:type="dcterms:W3CDTF">2026-08-29T12:04:23Z</dcterms:modified>
</cp:coreProperties>
</file>