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ink/ink1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3" r:id="rId8"/>
    <p:sldId id="260" r:id="rId9"/>
    <p:sldId id="261" r:id="rId10"/>
    <p:sldId id="262" r:id="rId11"/>
  </p:sldIdLst>
  <p:sldSz cx="12192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1" d="1"/>
          <a:sy n="1" d="1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4" Type="http://schemas.openxmlformats.org/officeDocument/2006/relationships/tableStyles" Target="tableStyles.xml"/><Relationship Id="rId13" Type="http://schemas.openxmlformats.org/officeDocument/2006/relationships/viewProps" Target="viewProps.xml"/><Relationship Id="rId12" Type="http://schemas.openxmlformats.org/officeDocument/2006/relationships/presProps" Target="presProps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122.000 664.000,'0.428'-0.454,"0.647"-0.689,0.724-0.768,0.704-0.749,0.630-0.669,0.529-0.561,0.421-0.449,0.318-0.337,0.228-0.242,0.152-0.162,-0.574 0.511,1.187-1.375,4.760-5.388,1.848-2.162,-2.786 3.262,0.944-0.814,4.091-4.309,0.579-0.670,-3.233 3.488,-0.011 0.017,4.538-5.042,-1.019 0.875,-1.029 0.830,-0.242 0.026,-1.827 1.938,-6.079 6.939,-0.616 0.580,2.461-3.436,-1.746 1.784,-2.298 2.949,-0.403 0.400,-0.640 0.733,-0.551 0.630,-0.869 1.262,0.353-0.864,-0.524 0.653,-0.415 0.550,-0.313 0.440,-0.222 0.336,-0.151 0.244,-0.059 0.191,-0.006 0.119,0.028 0.079,0.046 0.047,0.056 0.024,0.057 0.007,-0.087 0.177,2.824-2.690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437.000 638.000,'0.050'-0.075,"0.080"-0.120,0.095-0.143,0.100-0.149,0.096-0.145,0.117-0.249,0.142-0.335,0.299-0.339,0.550-0.618,0.602-0.668,0.611-0.672,1.118-1.161,0.681-0.540,2.507-2.190,0.448-0.131,0.870-0.616,-0.316 0.536,0.597-0.328,-0.471 0.757,0.757-0.259,5.098-3.664,0.552-0.111,-2.622 2.256,0.398-0.040,-1.467 1.248,-0.027 0.191,2.690-1.802,-0.819 0.473,-3.536 2.402,-0.768 0.460,-0.843 0.492,-0.869 0.494,15.490-14.892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639.000 467.000,'-0.019'-0.028,"-0.028"-0.043,-0.032-0.048,-0.032-0.048,-0.029-0.043,-0.025-0.037,-0.020-0.030,-0.015-0.024,-0.012-0.016,0.078 0.043,0.008-0.110,0.043-0.217,0.095-0.157,0.066-0.217,0.045-0.251,0.106-0.514,0.109-0.349,0.220-0.878,0.135-0.390,0.108-0.294,-0.153 0.818,0.050-0.098,-0.049 0.327,0.041-0.024,0.177-0.418,0.086-0.027,0.139-0.375,-0.051 0.062,-0.182 0.811,0.115 0.045,0.391-0.664,0.025 0.081,-0.160 0.442,-0.014 0.099,-0.020 0.122,-0.024 0.131,0.114-0.093,-0.038 0.218,-0.421 0.802,0.014 0.038,0.455-0.675,0.006-0.028,-0.133 0.264,0.024 0.062,0.311-0.347,-0.028 0.099,0.051 0.020,-0.059 0.176,-0.062 0.172,-0.058 0.159,-0.050 0.135,-0.043 0.109,-0.176 0.162,0.260-0.287,-0.002-0.013,0.148-0.159,0.310-0.322,0.008-0.014,0.015 0.029,0.021 0.060,0.418-0.390,-0.117 0.041,-0.702 0.701,-0.044 0.085,0.211-0.089,0.049 0.088,0.531-0.271,-0.139 0.180,-0.202 0.173,-0.628 0.479,0.088 0.031,0.257-0.038,0.023 0.082,0.014 0.068,0.005 0.052,0.092-0.030,0.151-0.087,0.162-0.031,0.163 0.011,0.496-0.184,0.202-0.162,-0.228 0.078,0.057 0.019,0.032 0.011,0.013 0.005,-0.328 0.116,0.033-0.007,0.683-0.194,-0.107 0.088,-0.372 0.194,0.015 0.099,0.144 0.030,0.229-0.021,-0.274 0.089,0.070 0.028,1.369-0.212,0.047-0.017,-1.710 0.284,0.019-0.023,2.265-0.415,-0.039 0.068,-2.216 0.396,-0.008 0.013,0.934-0.097,0.106 0.051,0.538 0.018,0.022 0.077,-0.941 0.125,0.000 0.042,-0.028 0.039,-0.045 0.035,0.469 0.021,0.055 0.033,0.440 0.026,-0.110 0.025,-0.527 0.017,-0.058 0.010,0.011 0.008,0.057 0.003,0.042 0.003,0.028 0.001,0.183-0.002,0.283-0.001,0.296-0.002,0.289-0.002,0.318-0.003,0.326-0.001,0.360-0.004,0.370-0.001,-0.437-0.002,0.356-0.001,2.253 0.028,0.374 0.048,-1.744 0.071,0.177 0.132,1.166 0.204,0.072 0.142,1.075 0.196,-0.040 0.062,-2.204-0.132,-0.168 0.094,0.728 0.172,-0.302-0.011,0.562 0.145,-0.345 0.033,-0.473-0.048,-0.531-0.101,-1.624-0.237,-0.042 0.039,1.462 0.296,0.095 0.030,-1.396-0.234,0.056 0.038,0.075-0.006,0.088-0.039,1.823 0.310,0.344 0.105,0.150 0.112,0.009 0.107,-2.524-0.490,0.043 0.037,3.538 0.880,-0.086 0.092,-2.563-0.543,0.103 0.131,1.010 0.452,0.101 0.218,0.158 0.162,0.193 0.117,-0.962-0.287,-0.109 0.019,1.531 0.614,-0.476-0.156,-1.181-0.504,-0.287-0.221,-0.370-0.256,-0.413-0.268,-0.399-0.217,-0.372-0.171,-0.870-0.281,-0.307-0.133,0.485 0.065,-0.417-0.091,-0.589-0.092,-0.120 0.031,-0.403-0.090,-0.044-0.025,0.594 0.152,-0.044 0.014,-0.640-0.144,-0.006 0.027,0.887 0.330,-0.086 0.049,-0.880-0.313,0.049-0.039,0.620 0.124,-0.054-0.053,-0.308-0.092,0.022 0.009,0.205 0.048,-0.186-0.060,-0.655-0.180,-0.120-0.050,0.485 0.106,-0.186-0.021,-0.162 0.001,-0.474-0.113,-0.125-0.031,-0.108-0.014,0.132 0.062,0.638 0.279,0.306 0.198,-0.331-0.099,0.130 0.074,0.742 0.306,0.124 0.013,-0.578-0.217,0.041 0.067,12.021 6.280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1293.000 353.000,'0.035'0.000,"0.053"0.000,0.061 0.000,0.060 0.000,0.053 0.000,0.047 0.000,0.038 0.000,0.028 0.000,0.022 0.000,0.015 0.000,0.009 0.000,0.006 0.000,0.118 0.209,0.303 0.337,0.144 0.165,0.242 0.197,-0.152-0.092,0.187 0.163,1.097 0.928,0.381 0.392,-0.020 0.010,0.287 0.245,-0.238-0.115,0.093 0.227,0.507 0.642,0.051 0.194,0.847 0.946,-0.139-0.173,-1.768-1.770,-0.127-0.022,1.312 1.613,-0.121-0.147,-1.100-1.246,-0.048-0.018,0.739 1.073,-0.377-0.178,-0.288-0.232,-0.496-0.653,-0.257-0.377,-0.269-0.334,-0.263-0.283,-0.139-0.070,-0.286-0.345,-0.232-0.292,-0.181-0.253,-0.142-0.233,-0.101-0.185,-0.066-0.142,-0.040-0.102,-0.019-0.068,-0.006-0.043,0.003-0.023,0.008-0.008,0.010-0.001,0.011 0.006,0.010 0.008,0.009 0.010,0.008 0.009,0.005 0.009,0.005 0.007,0.002 0.005,0.003 0.005,0.001 0.002,0.000 0.003,0.001 0.001,-0.001 0.000,0.000 0.001,0.000 0.000,0.000 0.000,-0.001 0.000,0.000-0.001,0.000 0.000,-0.001-0.001,0.001 0.001,-0.001-0.001,0.001 0.000,-0.001 0.000,0.000 0.000,0.000 0.000,0.001 0.000,-0.001 0.000,0.000 0.000,0.000 0.000,0.001 0.000,-0.001 0.000,0.001 0.000,-0.001 0.000,0.000 0.000,0.001 0.000,-0.105 0.000,-0.186 0.000,-0.161 0.000,-0.237 0.000,-0.298 0.000,-0.327 0.000,-0.286 0.000,-0.242 0.000,-0.249 0.000,-0.239 0.000,0.183-0.018,-0.080-0.031,-1.045-0.064,0.095-0.020,0.922-0.034,-0.154-0.121,-1.297-0.286,-0.056-0.063,1.566 0.257,0.034 0.012,-0.949-0.140,0.271 0.059,0.825 0.104,0.173-0.020,-0.594-0.196,0.402 0.044,0.370 0.070,0.324 0.082,0.272 0.080,0.216 0.073,0.164 0.063,0.116 0.052,0.080 0.039,0.048 0.029,0.027 0.021,0.010 0.014,0.050-0.045,-0.123-0.076,-0.133-0.048,-0.133-0.027,-0.174-0.010,-0.196 0.002,0.012 0.015,-0.132-0.019,-0.651-0.089,-0.025 0.011,0.064 0.028,0.114 0.034,0.142 0.038,0.149 0.037,0.352 0.048,0.070 0.021,-3.377 0.013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1388.000 569.000,'-0.018'0.018,"-0.028"0.029,-0.033 0.031,-0.030 0.031,-0.030 0.030,-0.024 0.024,-0.020 0.020,-0.016 0.016,-0.012 0.012,-0.008 0.008,-0.005 0.005,-0.003 0.003,-0.002 0.002,0.000 0.000,0.000 0.000,0.000-0.000,0.002-0.002,0.001-0.001,-0.170 0.005,-0.377 0.103,-0.444 0.103,-0.471 0.102,-0.420 0.163,-0.366 0.202,-0.699 0.360,-0.283 0.211,0.230-0.050,-0.121 0.085,0.783-0.331,-0.066 0.059,-2.444 1.208,-0.012 0.023,1.957-0.909,0.123 0.008,-1.213 0.640,0.028-0.107,0.105 0.143,-0.141 0.225,0.361-0.130,1.858-1.135,0.066-0.076,-0.888 0.544,0.076 0.064,0.895-0.539,-0.089 0.066,-1.073 0.732,0.053 0.008,0.735-0.495,0.082-0.076,-0.593 0.412,-0.031 0.070,0.329-0.265,0.035-0.116,0.353-0.292,0.060-0.101,-0.588 0.251,-0.065-0.014,0.243-0.131,-0.065 0.051,-0.094 0.046,-0.111 0.040,0.280-0.110,-0.044 0.090,-0.489 0.361,-0.174 0.178,-0.047 0.108,0.043 0.053,0.012 0.034,-0.009 0.021,-0.003-0.063,0.004-0.117,-0.349 0.230,0.084 0.071,0.814-0.513,0.052-0.039,-0.285 0.220,0.089-0.013,-0.303 0.204,-0.008-0.058,0.085-0.043,0.143-0.028,0.705-0.502,0.067-0.083,-0.520 0.389,0.040 0.068,0.568-0.392,-0.009 0.013,-0.288 0.247,0.001 0.042,-0.012-0.006,-0.020-0.040,-0.075 0.010,-0.108 0.044,-0.057-0.006,-0.016-0.038,0.646-0.449,0.026-0.012,-0.884 0.595,0.066-0.074,0.054 0.053,0.043 0.136,0.380-0.191,0.123-0.017,0.344-0.238,0.073-0.015,-0.132 0.224,0.108 0.020,-0.220 0.220,-0.104-0.025,0.210-0.227,0.030 0.005,0.079-0.053,0.113-0.094,0.238-0.195,0.008 0.059,-0.373 0.546,0.010 0.124,0.400-0.494,0.030-0.078,-0.302 0.371,0.068-0.040,0.176-0.247,-0.026-0.032,0.145-0.239,-0.026-0.041,-0.305 0.303,0.115-0.084,-3.461 4.288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1115.000 719.000,'0.000'0.029,"0.000"0.045,0.000 0.050,0.000 0.048,0.000 0.045,0.000 0.035,0.000 0.031,0.000 0.021,0.000 0.017,0.000 0.011,0.000 0.006,0.000 0.004,0.000 0.001,0.000 0.001,0.000-0.002,0.000-0.081,0.000 0.075,0.060 0.350,0.096 0.308,-0.001-0.112,0.020 0.067,0.083 0.321,0.076 0.238,0.039 0.240,0.010 0.229,0.012 0.117,0.014 0.033,0.038-0.055,0.053-0.112,0.014-0.078,-0.014-0.050,0.072 0.341,-0.075-0.162,0.062-0.177,-0.113-0.432,-0.022-0.018,0.009 0.134,-0.056-0.058,-0.043-0.237,0.031-0.089,0.150 0.211,-0.035-0.248,-0.061-0.245,-0.071-0.219,-0.070-0.188,-0.065-0.148,-0.055-0.113,-0.043-0.082,-0.034-0.055,-0.023-0.034,-0.018-0.018,-0.009-0.008,-0.007 0.000,-0.001 0.004,-0.001 0.007,0.001 0.008,0.002 0.007,0.002 0.006,0.003 0.005,0.001 0.005,0.002 0.004,0.001 0.001,0.001 0.002,0.001 0.002,0.000-0.001,0.001 0.001,-0.001 0.000,0.001 0.000,0.000-0.001,-0.000 0.000,-0.001-0.000,0.001 0.000,0.000 0.000,-0.001-0.001,0.001 0.001,-0.001-0.001,0.000 0.001,0.001-0.001,-0.001 0.000,0.001 0.001,-0.001-0.001,0.000 0.000,0.001 0.001,-0.001-0.001,0.000-0.000,0.001 0.001,-0.001-0.001,0.001 0.001,-0.001-0.001,0.000-0.000,0.001 0.001,-0.001-0.001,0.000 0.000,0.001 0.001,-0.001-0.001,0.068-0.050,0.111-0.073,0.130-0.084,0.130-0.087,0.123-0.079,0.020-0.044,0.188-0.156,0.282-0.234,0.117-0.127,-0.057 0.003,0.071-0.096,-0.255 0.208,0.065-0.037,0.505-0.402,0.160-0.153,0.315-0.287,0.010-0.039,-0.244 0.155,-0.027-0.046,-0.007-0.029,0.008-0.014,-0.008 0.019,-0.015 0.043,-0.216 0.223,0.020 0.014,0.517-0.344,0.082 0.066,-0.247 0.243,-0.048 0.063,-0.073 0.060,-0.089 0.053,0.059-0.028,-0.174 0.153,3.365-1.924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1465.000 536.000,'0.020'0.020,"0.032"0.032,0.034 0.034,0.034 0.035,0.032 0.030,0.026 0.027,0.021 0.022,0.017 0.015,0.012 0.013,0.008 0.008,0.005 0.005,0.003 0.003,0.001 0.001,0.000 0.000,0.000 0.000,-0.001-0.001,-0.001-0.001,-0.001-0.001,-0.001-0.001,-0.001-0.001,0.000 0.000,-0.060-0.113,0.085-0.009,0.217 0.141,0.093 0.177,0.086 0.105,0.077 0.050,-0.076-0.032,-0.013 0.047,0.380 0.602,0.003 0.271,-0.457-0.637,0.035 0.032,0.223 0.342,-0.025 0.027,-0.010 0.030,0.004 0.033,-0.092-0.121,0.018 0.062,0.185 0.447,-0.070 0.050,-0.170-0.202,-0.087-0.032,-0.042 0.118,-0.008 0.221,-0.008 0.116,-0.006 0.037,-0.031 0.003,-0.043-0.021,0.030 0.546,-0.088 0.067,-0.187-1.052,-0.029-0.013,0.056 0.518,0.035 0.000,0.013 0.023,-0.005 0.037,0.161 0.873,0.087 0.007,-0.236-1.410,-0.005-0.056,0.190 1.076,-0.066-0.259,-0.151-0.690,0.074 0.417,0.055 0.036,0.009 0.013,-0.025 0.002,-0.042-0.008,-0.122-0.659,-0.026-0.016,0.008 0.364,-0.040-0.080,-0.044-0.267,-0.025-0.076,-0.025-0.208,-0.014-0.016,-0.010 0.189,-0.012 0.048,-0.011 0.196,-0.007-0.022,-0.003-0.395,-0.002-0.059,-0.002 0.096,-0.002-0.055,0.003-0.143,0.000 0.036,-0.002 0.371,0.001 0.054,0.003-0.086,0.002 0.108,-0.000 0.147,0.002 0.171,0.000 0.105,0.002 0.056,0.000-0.215,0.001 0.033,0.001 0.594,-0.001 0.062,0.001-0.282,0.001-0.039,-0.001 0.037,0.001 0.090,-0.001 0.287,0.001-0.088,-0.001-0.577,0.000-0.004,0.024 0.271,0.039-0.003,0.025 0.013,0.014 0.027,0.019 0.345,-0.004 0.079,-0.020-0.347,-0.009-0.123,-0.020-0.338,-0.008-0.047,0.007 0.623,-0.016-0.181,0.001-0.909,0.042 0.007,0.085 0.424,0.030-0.038,0.011-0.034,-0.001-0.030,-0.001 0.042,-0.020-0.073,-0.025-0.083,-0.027-0.083,-0.018-0.027,-0.029-0.169,-0.026-0.177,-0.020-0.170,-0.019-0.155,-0.015-0.220,-0.008-0.020,-0.005 0.144,-0.006 0.029,-0.004-0.041,-0.002 0.042,-0.002 0.070,0.001 0.086,-0.001 0.072,0.000 0.055,0.002-0.064,0.000 0.061,-0.001 0.497,0.002 0.031,0.001-0.370,0.002 0.119,-0.001 0.762,0.001-0.054,0.001-0.167,0.001-0.485,-0.001-0.131,0.001-0.125,0.001-0.113,-0.001-0.100,0.000-0.084,0.000-0.069,0.001-0.056,-0.001-0.113,0.000 0.010,0.060 0.212,0.096 0.098,0.136 0.162,0.103 0.025,0.085-0.005,-0.021-0.117,-0.017-0.054,-0.040-0.061,-0.051-0.062,-0.056-0.059,0.374 1.418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1523.000 706.000,'-0.028'0.084,"-0.043"0.128,-0.048 0.145,-0.048 0.144,-0.043 0.129,-0.037 0.112,0.084-0.199,0.005 0.078,-0.057 0.228,-0.062 0.155,-0.101 0.133,-0.125 0.111,-0.066 0.139,-0.020 0.152,-0.055 0.355,0.049 0.117,0.010 0.049,-0.018 0.000,0.112-0.407,-0.034 0.106,-0.008 0.124,0.015 0.132,-0.060 0.393,0.014 0.033,0.037 0.049,0.050 0.059,0.013-0.054,-0.018-0.133,-0.037-0.065,-0.048-0.012,-0.008 0.001,0.021 0.010,-0.106 0.250,-0.075-0.088,0.076-0.389,0.028-0.132,0.115-0.349,0.048-0.100,-0.049 0.271,0.089-0.149,0.111-0.477,-0.013-0.129,-0.091 0.095,0.028-0.164,-0.026-0.049,0.067-0.225,0.066-0.196,0.062-0.160,0.051-0.122,0.043-0.092,0.032-0.063,0.024-0.041,0.016-0.024,0.010-0.011,0.006-0.002,0.003 0.002,0.000 0.006,-0.001 0.007,-0.001 0.008,-0.003 0.007,-0.001 0.006,-0.002 0.004,-0.002 0.004,-0.002 0.004,-0.000 0.001,-0.001 0.001,0.000 0.001,-0.001 0.001,0.000-0.001,0.000 0.001,0.000-0.001,0.000 0.000,-0.000 0.000,0.000-0.001,0.000 0.001,0.001-0.001,-0.001 0.000,0.000 0.000,-0.000 0.000,0.001 0.000,-0.001 0.000,-0.000 0.000,-0.138-0.037,-0.226-0.057,-0.154-0.142,-0.306-0.245,-0.544-0.341,-0.417-0.231,0.404 0.218,-0.258-0.177,-0.696-0.410,-0.421-0.218,-0.799-0.514,-0.230-0.238,-0.030-0.080,0.113 0.036,-0.352-0.247,0.116 0.080,-0.455-0.302,0.688 0.435,0.751 0.473,0.720 0.453,0.637 0.398,0.529 0.333,0.417 0.259,0.310 0.194,0.219 0.137,0.144 0.089,0.087 0.054,0.043 0.027,0.014 0.008,-0.004-0.004,-0.017-0.009,-0.021-0.014,-0.022-0.013,-0.021-0.014,-0.018-0.012,-0.015-0.008,-0.012-0.008,-0.008-0.006,-0.007-0.003,-0.003-0.002,-0.002-0.002,-0.002-0.001,0.000 0.001,0.000-0.001,0.001 0.001,0.008-0.012,0.004-0.051,0.004-0.060,0.004-0.063,0.005-0.058,-0.004-1.763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664.000 768.000,'0.000'-0.047,"0.000"-0.070,0.000-0.082,0.000-0.079,0.000-0.072,0.000-0.062,0.000-0.050,0.000-0.039,0.000-0.028,0.030-0.018,0.048-0.154,0.035 0.064,0.073-0.100,0.046-0.157,0.027-0.192,0.151-0.694,0.087-0.361,-0.092 0.370,-0.002-0.053,0.085-0.342,0.043-0.075,0.142-0.663,-0.044-0.034,-0.135 0.813,0.113-0.136,0.168-0.420,0.021-0.013,-0.022 0.022,-0.052 0.049,-0.145 0.394,-0.062 0.077,0.060-0.227,0.034 0.077,0.130-0.232,0.051 0.041,-0.096 0.322,-0.041 0.039,-0.058 0.106,-0.070 0.147,0.031-0.110,0.003 0.084,-0.143 0.455,-0.030 0.002,0.001-0.035,0.022-0.063,0.062-0.281,-0.021-0.026,-0.036 0.020,-0.045 0.054,-0.002 0.029,0.028 0.007,0.052-0.135,-0.026 0.137,-0.012 0.077,-0.003 0.033,0.038-0.191,-0.060 0.165,-0.069 0.185,-0.138 0.591,-0.029 0.076,-0.026 0.050,-0.025 0.029,-0.002-0.287,-0.036 0.016,-0.029 0.182,-0.013-0.044,-0.011 0.042,-0.006-0.092,-0.007-0.287,-0.004-0.041,-0.003-0.001,-0.001 0.023,0.047-0.150,0.078 0.093,0.091 0.103,0.032 0.160,0.011 0.116,-0.010 0.108,-0.023 0.098,-0.028 0.084,-0.027 0.028,-0.033 0.029,-0.030 0.009,-0.031 0.061,-0.018 0.002,0.031-0.017,0.068-0.121,0.124-0.361,0.023-0.073,-0.009-0.011,-0.087 0.285,-0.021 0.030,0.395-2.625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665.000 682.000,'0.098'-0.147,"0.154"-0.231,0.178-0.267,0.024-0.125,0.018-0.172,0.052-0.060,0.168-0.188,0.017-0.019,0.087-0.191,0.347-0.760,0.073-0.323,-0.082 0.055,0.053-0.208,0.031-0.141,0.010-0.088,0.045 0.002,0.066 0.065,0.176-0.362,-0.054-0.058,-0.292 0.717,0.092 0.001,0.327-0.356,0.148 0.019,-0.421 0.725,-0.025 0.002,0.786-1.320,-0.127 0.235,-0.510 0.720,-0.130 0.011,-0.107 0.028,-0.086 0.041,-0.191 0.355,-0.034 0.059,0.329-0.877,-0.185 0.226,-0.202 0.247,-0.177 0.347,-0.147 0.379,-0.117 0.367,-0.088 0.329,-0.063 0.277,-0.041 0.223,-0.027 0.170,-0.014 0.125,-0.004 0.084,0.000 0.054,0.004 0.030,0.007 0.013,0.006 0.001,0.006-0.006,0.006-0.010,-0.009 0.003,-0.023 0.009,-0.027 0.013,-0.027 0.015,-0.025 0.014,-0.022 0.013,-0.017 0.009,-0.014 0.009,-0.010 0.006,-0.007 0.005,-0.005 0.002,-0.002 0.003,-0.001 0.000,-0.001 0.001,0.001 0.000,0.000-0.001,0.001 0.000,0.001 0.000,0.001-0.001,-0.000 0.000,0.001-0.001,0.000 0.001,0.001-0.001,0.000-0.001,0.000 0.001,0.000-0.000,0.000 0.000,0.000-0.001,0.001 0.001,-0.001 0.000,0.000-0.001,0.000 0.247,0.000 0.426,0.000 0.065,0.000 0.237,0.000 0.685,0.000 0.299,0.047-0.070,0.079 0.113,0.096 0.052,0.107 0.007,0.004-0.308,0.022-0.060,0.104 0.209,0.061-0.035,0.197 0.412,-0.038-0.309,-0.077-0.354,-0.096-0.354,-0.102-0.326,-0.096-0.281,-0.084-0.232,-0.071-0.181,-0.056-0.135,-0.044-0.096,-0.030-0.064,-0.022-0.039,-0.012-0.019,-0.009-0.006,-0.002 0.003,0.000 0.007,0.001 0.011,0.008 0.039,0.002 0.063,0.029 0.163,0.051 0.133,0.015 0.055,0.014 0.097,0.025 0.200,-0.003 0.033,-0.012-0.003,-0.013-0.028,-0.017-0.042,-0.029-0.214,-0.008-0.018,0.038 2.046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665.000 764.000,'0.049'-0.074,"0.077"-0.115,0.089-0.133,0.221-0.138,0.346-0.206,0.179-0.122,0.262-0.221,0.144-0.048,0.372-0.183,0.811-0.461,0.565-0.287,1.912-0.929,1.093-0.318,-1.408 0.878,0.457-0.091,1.366-0.394,0.562 0.030,0.609 0.038,0.611 0.039,0.374 0.016,0.186-0.003,1.255-0.269,0.001 0.136,-2.328 0.722,-0.051 0.070,-0.100 0.072,-0.136 0.072,2.070-0.494,-0.089 0.031,-2.236 0.520,-0.105-0.048,1.848-0.699,-0.313-0.159,-1.236 0.284,-0.238 0.029,-0.321 0.042,-0.365 0.049,-0.355 0.077,-0.333 0.090,-0.997 0.332,-0.247 0.037,0.411-0.184,-0.200 0.100,-0.156 0.164,-0.120 0.197,0.488 0.048,-0.055 0.222,-1.199 0.387,-0.096 0.071,1.447-0.182,-0.161 0.183,-1.557 0.298,-0.010 0.020,0.596-0.097,0.176-0.062,0.186-0.012,0.188 0.022,0.249-0.046,0.282-0.095,0.386-0.078,0.442-0.060,1.141-0.116,0.211 0.062,-2.386 0.361,0.054 0.028,2.678-0.332,0.113-0.087,-0.901 0.067,-0.093-0.035,-0.099-0.001,-0.101 0.020,0.604-0.162,-0.298-0.081,-1.704 0.279,-0.144 0.042,-0.090 0.008,-0.044-0.015,1.189-0.223,-0.343 0.091,-1.500 0.265,-0.220 0.019,0.775-0.203,-0.378 0.003,-1.117 0.244,-0.067 0.052,0.875-0.202,-0.024-0.081,-0.817 0.207,0.177 0.027,1.225-0.214,0.136-0.045,-0.419 0.079,0.132-0.024,0.166-0.023,0.184-0.020,0.068 0.008,-0.016 0.024,-0.100 0.015,-0.153 0.004,-0.738 0.147,-0.168 0.052,0.306-0.014,-0.229 0.093,-0.247 0.096,-0.249 0.091,0.139 0.056,-0.237 0.096,-0.868 0.109,-0.147 0.043,0.367 0.025,-0.263 0.046,-0.407-0.014,-0.103-0.059,-0.287-0.011,-0.048-0.016,0.322-0.053,-0.102 0.005,0.080-0.016,-0.273 0.032,-0.279 0.035,-0.259 0.033,-0.227 0.031,-0.186 0.026,-0.146 0.020,-0.110 0.017,-0.077 0.010,-0.051 0.009,-0.031 0.005,-0.016 0.003,-0.005 0.002,0.002-0.001,0.007 0.000,0.253 0.014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1233.000 587.000,'0.060'0.000,"0.093"0.000,0.107 0.000,0.107 0.000,0.099 0.000,0.088 0.000,0.071 0.000,0.058 0.000,0.044 0.000,-0.011 0.047,0.236 0.079,0.615 0.109,0.310 0.032,-0.461-0.079,0.097-0.006,0.286 0.011,0.013-0.020,0.279 0.023,0.060 0.020,0.088 0.018,-0.189-0.017,-0.246-0.025,-0.266-0.030,-0.258-0.031,-0.239-0.029,-0.207-0.026,-0.117-0.006,-0.183-0.003,-0.139 0.006,-0.100 0.008,-0.067 0.012,-0.042 0.010,-0.023 0.011,-0.009 0.009,0.000 0.007,0.005 0.005,0.008 0.004,0.009 0.003,0.009 0.002,0.008 0.000,-0.059 0.002,-0.011 0.069,0.080 0.086,0.143 0.095,0.155 0.071,0.158 0.054,0.401 0.231,-0.002-0.035,-0.095-0.073,-0.143-0.090,-0.160-0.094,-0.155-0.085,-0.139-0.075,-0.116-0.060,-0.093-0.047,-0.070-0.034,-0.049-0.024,-0.035-0.015,-0.019-0.008,-0.012-0.005,-0.004-0.001,0.000 0.001,0.011 0.014,0.002 0.071,-0.001 0.237,0.003 0.211,0.005 0.211,-0.086 0.034,-0.143 0.086,-0.037-0.036,-0.033 0.077,-0.104 0.101,-0.147 0.115,-0.027-0.081,-0.086 0.066,-0.411 0.606,-0.032-0.005,0.120-0.356,-0.167 0.030,-0.064 0.022,0.012 0.015,0.276-0.415,-0.065-0.057,-0.556 0.425,0.057-0.099,0.222-0.222,0.051-0.058,-4.274 3.652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507.000 706.000,'-0.090'0.000,"-0.155"0.000,-0.386 0.094,-0.432 0.157,-0.550 0.248,-0.273 0.205,-0.253 0.157,-0.221 0.114,0.465-0.169,-0.031 0.042,-0.025 0.056,-0.021 0.063,-0.407 0.252,0.071-0.008,0.106-0.042,0.123-0.066,0.250-0.157,0.129-0.110,0.327-0.123,0.116 0.033,-0.100 0.157,0.162-0.051,0.151-0.080,0.133-0.096,0.131-0.062,0.044 0.028,0.196-0.140,-0.004 0.029,-0.331 0.422,0.086 0.018,0.112-0.016,0.122-0.036,0.119-0.047,0.101-0.103,0.030 0.002,-0.004 0.136,0.059-0.023,0.057-0.034,0.077-0.193,0.027 0.053,0.022 0.053,0.019 0.047,0.016 0.043,0.014 0.038,0.009 0.031,0.008 0.027,0.005 0.092,0.004 0.135,0.003 0.086,0.000 0.050,0.002 0.221,0.000 0.035,-0.005-0.500,-0.001 0.041,0.119 0.496,0.195 0.129,0.124 0.178,0.067 0.199,0.095 0.138,0.108 0.086,0.325 0.379,0.275 0.047,0.010-0.342,0.119-0.068,0.017-0.112,-0.056-0.138,-0.186-0.324,0.021-0.019,0.611 0.851,-0.152-0.149,-0.207-0.187,-0.469-0.646,-0.068-0.037,-0.156-0.259,-0.019-0.075,0.247 0.406,-0.132-0.134,-0.228-0.433,-0.019-0.141,-0.021-0.099,-0.020-0.064,-0.073-0.126,0.019-0.008,0.165 0.079,0.123-0.023,0.021-0.018,0.154 0.135,0.420 0.387,0.001 0.056,0.125 0.083,0.199 0.094,-0.301-0.336,0.087-0.051,0.756 0.328,0.373 0.081,-0.178-0.189,0.015-0.079,-0.360-0.237,-0.077-0.099,0.196 0.033,-0.110-0.061,-0.061-0.034,-0.025-0.017,-0.022-0.048,-0.017-0.070,0.071-0.036,-0.085-0.074,-0.100-0.070,-0.104-0.059,-0.365-0.085,-0.012 0.019,0.567 0.155,-0.108-0.038,-0.135-0.060,-0.292-0.098,-0.106-0.058,-0.203-0.073,-0.021-0.040,0.254 0.056,-0.051 0.070,-0.306-0.041,-0.029 0.000,-0.052-0.003,0.148 0.048,-0.041 0.019,0.130 0.076,1.146 0.425,0.616 0.229,-0.421-0.156,0.175 0.043,1.671 0.465,0.446 0.016,-0.729-0.245,0.258 0.064,0.286 0.013,0.290-0.026,0.091-0.076,-0.052-0.106,-0.669-0.224,-0.028-0.100,0.596 0.017,-0.030-0.047,-0.670-0.133,-0.073-0.057,0.928 0.039,-0.376-0.097,-0.820-0.119,-0.277-0.066,0.465-0.031,-0.420-0.073,-0.284-0.055,-0.516-0.047,-0.469-0.032,-1.094-0.032,-0.011-0.051,0.407-0.119,-0.008-0.079,0.011-0.138,0.026-0.171,0.011-0.142,-0.001-0.114,0.229-0.247,0.018-0.120,-0.223 0.033,-0.016-0.110,0.122-0.088,0.213-0.070,0.384-0.216,0.005 0.016,-0.823 0.558,-0.020-0.004,0.862-0.609,0.119-0.059,-0.572 0.395,-0.040 0.016,0.240-0.232,-0.034-0.071,0.259-0.261,0.000-0.012,-0.332 0.251,-0.096 0.058,-0.139 0.071,-0.160 0.076,-0.320 0.242,-0.097 0.053,0.123-0.173,-0.149 0.087,-0.140 0.089,-0.130 0.083,-0.227 0.145,-0.035-0.128,0.231-0.724,-0.075-0.183,-0.308 0.554,-0.060-0.033,-0.012-0.313,-0.080-0.132,-0.075-0.076,-0.069-0.031,-0.076 0.218,-0.041-0.052,-0.027-0.322,-0.038-0.032,-0.029 0.010,-0.022 0.038,-0.018 0.036,-0.010 0.030,-0.013-0.259,-0.004-0.006,-0.001 0.015,0.001 0.030,0.009 0.519,0.002-0.023,0.000-0.264,0.003 0.022,-0.013 0.270,-0.028 0.003,-0.109-0.458,-0.112 0.106,-0.044 0.505,-0.142-0.010,-0.296-0.338,-0.164 0.045,-0.129 0.068,-0.101 0.080,-0.010 0.143,-0.071 0.011,-0.157 0.036,-0.212 0.055,0.072 0.258,-0.113 0.078,-0.388-0.085,-0.128 0.074,-0.250 0.015,-0.323-0.026,0.175 0.182,-0.124 0.060,-1.398-0.295,-0.115 0.139,0.777 0.337,-0.093 0.115,-0.465 0.060,0.071 0.136,0.841 0.180,-0.109 0.067,-0.057 0.057,-0.016 0.050,0.070 0.042,0.129 0.034,-1.067 0.034,0.272 0.038,0.696 0.017,0.338 0.012,-5.813 0.271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1669.000 713.000,'-0.025'0.050,"-0.040"0.080,-0.048 0.095,-0.049 0.100,-0.049 0.096,0.004-0.042,-0.064 0.065,-0.088 0.131,-0.019 0.044,-0.101 0.140,-0.067 0.057,-0.021-0.005,-0.101 0.117,0.017 0.005,-0.064 0.147,-0.239 0.515,0.032 0.134,0.199-0.356,-0.035 0.008,-0.271 0.441,-0.037 0.043,0.261-0.411,0.047 0.005,-0.174 0.454,0.026 0.032,0.086-0.174,-0.042 0.065,0.115-0.188,0.033 0.043,-0.082 0.275,0.002 0.003,-0.107 0.248,-0.012-0.009,0.138-0.191,0.062 0.110,0.032 0.047,0.007 0.004,0.036-0.055,0.057-0.090,-0.018 0.140,0.044-0.118,0.162-0.542,0.041-0.083,0.009 0.150,0.057-0.018,0.077-0.245,0.039-0.065,0.022 0.103,0.039-0.071,0.034-0.017,0.027 0.023,0.021 0.043,0.019-0.083,0.013-0.112,0.009-0.123,-0.035-0.239,-0.060-0.036,-0.119 0.237,-0.039-0.093,-0.009-0.097,0.014-0.088,0.026-0.081,0.022-0.012,0.038-0.028,0.035-0.010,0.053-0.182,0.012 0.032,0.007 0.094,0.013 0.025,0.009 0.086,0.009 0.126,0.006 0.253,0.005 0.137,0.003-0.167,0.000 0.103,0.003 0.273,0.001 0.093,-0.001 0.045,0.000 0.009,0.090 0.226,0.143 0.042,0.162 0.247,0.037-0.189,-0.013-0.242,-0.084-0.505,0.047-0.082,0.134 0.009,0.142-0.024,0.156-0.001,0.158 0.014,-0.233-0.314,0.050-0.033,0.499 0.279,0.049-0.021,-0.020-0.061,0.193 0.083,0.091 0.016,0.011-0.034,0.027-0.042,0.036-0.047,0.158-0.026,0.238-0.008,0.189 0.005,0.146 0.013,-0.184-0.122,0.136-0.040,0.760 0.094,-0.069-0.104,-0.764-0.168,-0.091-0.002,0.714 0.196,-0.287-0.012,-1.161-0.276,-0.097-0.025,0.372 0.062,-0.024-0.055,0.021-0.009,0.050 0.025,0.370 0.047,0.180-0.025,-0.369-0.036,0.205 0.094,0.526 0.137,0.144 0.025,0.642 0.150,0.316 0.095,-0.316-0.083,0.029-0.029,0.067 0.040,0.092 0.084,-0.015 0.021,-0.087-0.028,-0.480-0.152,0.008-0.060,0.831 0.072,-0.152-0.119,-0.950-0.202,-0.092-0.067,0.563-0.009,-0.285-0.087,-0.559-0.084,-0.205-0.048,0.269-0.036,-0.277-0.044,-0.243-0.029,-0.129-0.022,-0.234-0.010,-0.197-0.003,-0.279 0.009,0.014 0.002,-0.061 0.008,0.115 0.003,0.071 0.003,0.037 0.003,-0.142-0.031,0.030-0.059,0.434-0.099,0.077-0.033,-0.291 0.048,0.145 0.003,0.688-0.098,0.172-0.072,-0.492 0.061,0.043-0.001,0.278-0.030,-0.064 0.023,0.175 0.002,-0.121 0.046,-0.564 0.047,-0.034-0.034,0.426-0.098,-0.071 0.001,-0.391 0.088,0.149 0.018,0.387-0.027,0.061-0.007,0.322-0.084,-0.005-0.073,-0.194-0.018,0.165-0.074,-0.191-0.010,0.137-0.092,0.933-0.312,0.162-0.097,-0.764 0.191,0.010-0.035,1.862-0.617,0.230-0.074,-2.276 0.686,-0.068-0.050,0.387-0.263,-0.009-0.128,0.438-0.348,0.019-0.128,0.447-0.322,-0.004-0.030,-0.562 0.277,-0.204 0.068,-0.242 0.087,-0.259 0.094,-0.428 0.295,-0.032 0.099,0.468-0.275,-0.214 0.023,-0.626 0.335,-0.066-0.006,0.356-0.387,-0.143-0.069,-0.418 0.297,0.072-0.088,0.529-0.483,0.026-0.006,-0.494 0.413,-0.043-0.024,0.671-0.603,0.022 0.141,-0.899 0.814,0.015 0.003,0.460-0.395,-0.034-0.008,0.085-0.169,-0.205 0.060,-0.350 0.199,-0.156-0.015,-0.200 0.175,-0.003-0.015,0.271-0.433,-0.014-0.054,-0.178 0.230,-0.054 0.073,-0.087-0.019,-0.103-0.084,0.079-0.329,0.052-0.121,-0.182 0.442,0.028 0.013,0.238-0.434,-0.018 0.046,-0.228 0.494,0.003 0.058,0.077-0.151,-0.064 0.041,-0.082 0.056,-0.091 0.061,0.036-0.444,-0.156 0.007,-0.137-0.008,-0.152 0.528,-0.055 0.084,-0.045 0.023,-0.038-0.018,-0.029 0.154,-0.019 0.002,-0.016-0.125,-0.013 0.054,-0.012-0.085,-0.005 0.055,0.006 0.259,0.001-0.044,-0.010-0.671,0.005-0.298,-0.079 0.507,-0.151-0.059,-0.386-0.297,-0.429-0.069,-0.150 0.246,-0.261 0.050,-0.984-0.473,-0.559-0.074,0.428 0.499,-0.217 0.061,-1.202-0.395,-0.327 0.030,0.137 0.251,-0.426 0.032,-0.249-0.039,-0.112-0.091,-0.174-0.029,-0.210 0.017,-0.155 0.097,-0.109 0.147,-0.093 0.108,-0.080 0.071,0.006 0.117,0.066 0.141,-0.674-0.005,0.055 0.096,1.415 0.299,-0.074 0.083,-0.091 0.084,-0.099 0.082,-1.541-0.002,0.130 0.115,1.620 0.137,0.148 0.052,-1.721 0.023,0.494 0.069,2.075 0.043,0.204 0.019,-0.236 0.018,0.340 0.012,0.298 0.008,0.256 0.004,0.537-0.005,0.094 0.000,-0.482 0.007,0.309-0.005,0.659-0.010,-0.044-0.004,-0.405 0.000,-0.126-0.005,-0.062-0.003,-0.011-0.003,0.000-0.003,0.008-0.002,-0.033-0.002,-0.061-0.001,-0.354 0.266,0.059 0.434,0.726 0.032,0.028 0.149,-0.312 0.279,0.018 0.101,0.042 0.012,0.055-0.052,-0.261 0.064,0.049-0.108,0.386-0.196,0.099-0.047,0.603-0.250,0.027-0.005,-1.258 0.582,0.168-0.013,1.081-0.485,0.098-0.032,-0.534 0.284,0.077-0.021,-0.174 0.062,0.192-0.078,0.041 0.020,-6.079 3.662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1695.000 752.000,'0.008'-0.028,"0.012"-0.043,0.014-0.048,0.014-0.048,0.012-0.043,0.011-0.037,0.008-0.030,0.007-0.024,0.004-0.016,0.004-0.012,0.003-0.008,0.000-0.005,0.001-0.001,0.000-0.001,0.000 0.001,0.000 0.001,-0.001 0.002,0.000 0.001,0.000 0.001,-0.001 0.002,0.000 0.000,-0.029 0.007,-0.006-0.135,-0.008-0.192,-0.007-0.223,-0.103-0.282,-0.163-0.312,-0.225-0.364,-0.257-0.385,-0.099 0.094,-0.182-0.115,-1.169-1.695,-0.531-0.299,-0.340 0.179,0.002 0.422,-0.202 0.108,0.696 0.938,0.021 0.190,-0.897-0.486,-0.278 0.129,-0.087 0.190,0.047 0.224,0.817 0.569,-0.064-0.025,-0.630-0.314,-0.260-0.060,-0.168-0.010,-0.095 0.024,-0.038 0.072,0.004 0.103,-0.061 0.049,-0.104 0.008,-0.105-0.045,-0.103-0.081,-0.717-0.414,-0.116-0.170,1.192 0.559,0.008-0.001,-0.604-0.293,0.006 0.020,0.698 0.371,0.151 0.113,-0.274-0.118,0.354 0.154,0.037-0.042,0.546 0.179,0.758 0.364,0.353 0.188,-0.086-0.057,0.572 0.290,0.490 0.247,0.400 0.197,0.309 0.152,0.228 0.111,0.160 0.075,0.104 0.048,0.060 0.027,0.028 0.012,0.008 0.001,-0.008-0.005,-0.015-0.008,-0.019-0.011,-0.020-0.010,-0.018-0.010,-0.016-0.007,-0.013-0.007,-2.028-1.303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736.000 610.000,'0.126'0.000,"0.217"0.000,0.267-0.047,0.150-0.079,0.514-0.138,0.535-0.127,-0.123 0.049,0.276-0.016,1.527-0.100,1.193 0.028,0.390 0.083,0.905 0.042,1.022 0.043,1.057 0.045,1.081 0.040,1.045 0.039,-0.638 0.042,0.565 0.023,0.598 0.020,0.603 0.016,6.185 0.012,0.820 0.020,-2.964 0.009,0.998 0.006,-1.475 0.001,0.501 0.002,2.952 0.003,0.664 0.000,5.044 0.003,-0.622-0.003,-9.705-0.007,-0.206-0.001,6.359 0.002,-0.676-0.002,-4.600-0.003,-0.146-0.001,5.821 0.000,-0.806-0.002,-6.088-0.001,0.034-0.001,1.999 0.001,0.018-0.001,-0.173-0.001,-0.298 0.001,-2.210 0.035,-0.353 0.063,2.867 0.306,-0.854 0.374,-2.311 0.123,-0.652 0.155,-3.263-0.231,-0.375 0.005,3.129 0.403,-0.814-0.051,0.216 0.148,-0.826 0.061,-4.149-0.580,-0.323-0.039,2.683 0.482,-0.591-0.003,-2.361-0.384,-0.124-0.004,-0.098 0.058,-0.075 0.099,0.638 0.243,0.042 0.055,0.763 0.257,0.115 0.088,-0.561-0.053,0.150 0.185,0.125 0.093,0.102 0.024,0.056-0.001,0.021-0.021,0.068-0.009,0.095-0.002,-0.747-0.303,-0.001-0.108,1.410 0.228,-0.268-0.201,-1.691-0.468,-0.271-0.139,0.742 0.030,-0.621-0.207,-1.378-0.269,-0.307-0.097,0.437 0.015,-0.327-0.017,-0.502-0.048,-0.341-0.036,-0.326-0.039,-0.301-0.038,-0.442-0.020,-0.127 0.038,-0.041 0.021,0.024 0.010,0.464 0.121,0.243 0.076,-0.093-0.026,0.040-0.004,0.382 0.052,0.237 0.004,-0.382-0.079,0.131 0.038,0.117 0.087,0.100 0.118,0.778 0.377,0.063 0.164,-0.942-0.302,0.154 0.111,1.579 0.830,0.361 0.334,-0.265-0.016,0.172 0.198,0.902 0.598,0.437 0.303,-0.421-0.275,0.107-0.011,0.673 0.392,-0.092 0.028,-1.448-0.854,-0.211-0.172,-0.144-0.122,-0.087-0.081,0.538 0.279,-0.420-0.222,-0.489-0.244,-0.512-0.246,-0.023 0.022,-0.699-0.396,-0.591-0.354,-0.476-0.298,-0.363-0.239,-0.265-0.182,-0.182-0.133,-0.114-0.091,-0.065-0.057,-0.027-0.032,-0.004-0.013,0.013-0.001,0.000 0.119,0.070 0.163,0.167 0.249,0.159 0.214,-0.083-0.046,0.016 0.089,0.192 0.269,0.051-0.013,0.103 0.009,0.080-0.038,0.080-0.041,0.178 0.056,-0.091-0.131,-0.139-0.137,-0.154-0.128,-0.150-0.111,-0.133-0.091,-0.061-0.060,0.116 0.043,-0.102-0.030,0.002 0.057,0.040 0.066,0.064 0.070,4.228 3.902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2076.000 701.000,'-0.020'0.000,"-0.031"0.000,-0.035 0.000,-0.033 0.000,-0.030 0.000,-0.026 0.000,-0.021 0.000,-0.015 0.000,-0.011 0.000,-0.007 0.000,-0.005 0.000,-0.003 0.000,-0.001 0.000,-0.086 0.140,-0.142 0.213,-0.160 0.243,-0.001 0.122,0.020 0.125,0.014 0.202,0.054 0.158,0.057 0.142,0.055 0.121,0.173-0.471,0.032 0.012,-0.131 0.273,-0.197 0.198,-0.383 0.674,-0.047-0.013,0.053-0.131,0.156-0.160,0.119 0.026,0.210-0.406,0.078-0.043,0.100-0.200,0.052-0.006,0.045-0.012,0.040-0.017,-0.009 0.338,-0.002-0.003,0.034-0.287,0.006 0.102,-0.002 0.300,0.012 0.069,0.013 0.064,0.013 0.057,0.003 0.457,0.017-0.094,0.017-0.556,0.007-0.139,0.007-0.207,0.004 0.045,0.003 0.244,0.004 0.034,0.001 0.042,0.002 0.046,0.001-0.231,0.000-0.048,0.001 0.577,0.001-0.019,-0.002-0.428,0.000-0.024,0.000 0.291,-0.001-0.143,-0.001-0.166,0.000-0.394,-0.001-0.072,0.000 0.107,-0.001-0.105,0.001-0.099,-0.001-0.088,0.000-0.076,0.083 0.016,0.129-0.054,0.145-0.041,0.030-0.069,0.005-0.013,-0.026-0.005,0.014 0.001,-0.018-0.090,-0.013-0.102,-0.010-0.100,-0.006-0.089,-0.004-0.076,-0.096-0.046,0.045 0.040,0.119 0.115,0.002 0.063,-0.038 0.026,0.012 0.076,0.083 0.081,0.134 0.081,0.371 0.305,0.083 0.047,0.019 0.004,-0.344-0.324,0.044 0.015,0.375 0.194,0.188-0.012,-0.193-0.147,0.107 0.075,0.620 0.324,0.280 0.068,0.149-0.023,0.054-0.082,-0.200-0.185,0.083-0.066,-0.259-0.164,-0.002-0.071,0.711 0.090,-0.262-0.144,-0.326-0.129,-0.346-0.109,-0.330-0.090,-0.297-0.070,-0.253-0.052,-0.209-0.039,-0.131-0.024,-0.073-0.015,-0.032-0.008,-0.053 0.061,0.001 0.097,0.084 0.032,0.208 0.026,0.063 0.020,0.136 0.061,0.689 0.196,0.538 0.112,0.074-0.029,0.235-0.002,0.171-0.027,0.120-0.043,-0.258-0.081,0.077-0.013,0.434 0.024,0.033-0.041,-0.045-0.045,-0.099-0.048,0.274-0.025,-0.060-0.054,-0.191-0.047,-0.269-0.041,-0.741-0.042,-0.155-0.017,0.248-0.013,-0.213-0.016,-0.495-0.011,-0.092-0.006,0.364-0.011,-0.236-0.005,-0.225-0.001,-0.416 0.009,-0.032 0.001,0.120-0.001,0.087 0.002,0.387-0.001,-0.006 0.003,-0.399 0.042,0.066 0.061,0.480 0.160,0.291 0.133,-0.224-0.045,0.121 0.018,0.127 0.001,0.126-0.013,0.121 0.014,0.113 0.034,0.740 0.131,0.100-0.019,-0.136-0.067,0.259-0.005,0.282 0.024,0.283 0.041,0.200 0.007,0.132-0.019,0.579 0.014,0.011-0.061,-0.999-0.140,0.010-0.040,0.010-0.042,0.009-0.037,0.609-0.013,-0.272-0.046,-0.351-0.037,-0.388-0.031,-0.447-0.024,-0.195-0.018,0.043-0.013,-0.265-0.011,-0.642-0.002,-0.135-0.003,0.077-0.003,-0.091 0.000,0.009 0.000,0.080 0.001,0.058 0.003,0.038 0.001,0.287 0.001,0.095 0.003,-0.121 0.003,0.123 0.002,0.481 0.000,0.247 0.002,-0.824 0.002,0.095 0.000,1.248 0.000,0.188 0.001,-1.082 0.000,0.077 0.001,0.917-0.001,0.039 0.001,0.375 0.000,-0.135 0.000,-0.574-0.001,-0.195 0.001,0.159-0.001,-0.162 0.001,-0.765-0.001,-0.138 0.001,0.097-0.048,-0.177-0.079,-0.341-0.040,-0.082-0.054,0.341-0.236,-0.032-0.210,-0.410 0.033,-0.011-0.118,0.286-0.434,-0.158-0.198,-0.220 0.042,-0.006-0.086,0.056-0.253,0.097-0.361,0.298-0.518,0.103-0.084,-0.399 0.594,-0.035 0.024,0.307-0.381,0.217-0.165,0.111-0.043,0.035 0.045,-0.234 0.349,0.021 0.010,0.464-0.606,-0.140 0.065,-0.013 0.120,0.074 0.148,-0.499 0.611,-0.034 0.022,0.219-0.249,-0.007 0.015,0.207-0.272,-0.053-0.016,-0.691 0.795,0.006-0.007,0.412-0.581,-0.082-0.054,-0.090-0.028,-0.091-0.008,0.075-0.363,-0.109-0.109,-0.159-0.059,-0.186-0.023,-0.361 0.662,-0.113 0.052,-0.051-0.316,-0.127-0.062,-0.143 0.256,-0.075-0.068,-0.040-0.630,-0.085 0.159,-0.062 0.704,-0.031 0.072,-0.041-0.625,-0.028 0.307,-0.016 0.336,-0.004 0.329,0.003 0.302,0.011 0.220,0.008-0.024,-0.034 0.375,-0.089-0.010,-0.340-0.304,-0.341-0.053,-0.722-0.331,-0.679-0.250,-0.430-0.029,-0.783-0.238,-1.499-0.612,-0.989-0.362,0.200 0.227,-0.267 0.010,0.678 0.405,-0.006 0.097,-0.778-0.140,0.021 0.213,0.089 0.251,0.136 0.268,0.805 0.407,0.019 0.196,-0.725 0.096,0.011 0.214,-1.446 0.114,0.086 0.229,1.398 0.183,-0.150 0.088,-0.043 0.067,0.038 0.047,-0.027 0.035,-0.069 0.020,1.389 0.001,-0.202 0.026,-2.825 0.272,-0.191 0.305,0.850 0.078,0.034 0.098,0.139 0.123,0.206 0.136,0.198 0.091,0.183 0.056,0.210-0.021,0.221-0.073,-0.269 0.010,0.578-0.161,1.557-0.312,0.308-0.071,0.323-0.076,0.324-0.077,-0.325 0.014,0.485-0.114,0.793-0.037,0.076 0.132,-0.679 0.370,0.176 0.044,0.833-0.269,0.101-0.004,-0.271 0.194,0.148 0.022,-3.843 3.122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583.000 1019.000,'-0.022'0.000,"-0.033"0.000,-0.038 0.000,-0.039 0.000,-0.033 0.000,-0.031 0.000,-0.024 0.000,-0.018 0.000,-0.015 0.000,-0.009 0.000,-0.007 0.000,-0.004 0.000,-0.001 0.000,-0.002 0.000,0.002 0.000,-0.051 0.028,-0.071 0.043,-0.081 0.048,-0.079 0.048,-0.072 0.043,-0.062 0.037,0.062 0.023,-0.053 0.084,0.137-0.020,-0.011 0.067,-0.260 0.322,0.087 0.036,0.114-0.014,0.174-0.178,-0.010 0.025,-0.034 0.037,-0.049 0.045,-0.078 0.173,0.028 0.099,-0.006 0.132,0.005 0.081,-0.001 0.064,0.054 0.014,0.054 0.053,-0.013-0.128,-0.141 0.003,-0.072-0.005,-0.018-0.012,-0.063 0.095,0.066-0.078,0.086-0.092,0.097-0.096,0.221-0.314,0.043 0.057,-0.067 0.334,-0.013 0.064,-0.036 0.161,0.029-0.033,0.068-0.263,-0.034 0.048,-0.202 0.590,0.024-0.048,0.057-0.105,0.153-0.403,0.042-0.003,0.063-0.139,0.032 0.000,-0.009 0.474,0.050 0.094,0.054-0.417,0.017 0.037,0.012 0.239,0.015 0.085,0.011 0.019,0.008-0.033,0.006-0.043,0.003-0.048,0.003-0.003,0.000 0.030,0.000-0.019,-0.001-0.054,-0.001-0.004,-0.001 0.031,-0.003 0.078,-0.000 0.109,-0.003 0.052,-0.001 0.013,-0.001-0.018,-0.001-0.039,-0.001-0.074,-0.000-0.098,-0.002-0.037,0.001 0.006,0.093-0.010,0.157-0.021,0.217 0.154,0.157 0.001,-0.061-0.278,0.075 0.078,0.324 0.553,0.129 0.209,0.052-0.024,0.111 0.023,0.102-0.024,0.093-0.054,0.350 0.047,0.674 0.303,0.828 0.422,0.213-0.066,0.264-0.140,0.279-0.184,-0.179-0.294,-0.081-0.154,-0.165-0.140,-0.215-0.120,-0.738-0.358,-0.107-0.066,0.510 0.180,-0.278-0.182,-0.567-0.281,-0.266-0.149,-0.425-0.199,-0.154-0.100,0.406 0.001,-0.106-0.150,-0.567-0.141,-0.048-0.047,-0.057-0.039,-0.061-0.031,0.173 0.018,0.113 0.057,0.023 0.083,-0.045 0.098,0.030 0.056,0.079 0.024,0.064 0.001,0.051-0.017,0.179 0.043,0.264 0.083,0.038 0.006,0.333 0.067,1.222 0.295,0.481 0.135,-0.667-0.161,0.206 0.050,1.372 0.373,0.289 0.133,-0.333-0.122,0.273-0.014,0.190 0.027,0.121 0.054,0.613 0.134,-0.255-0.106,-0.837-0.222,-0.160-0.057,-0.245-0.091,-0.293-0.110,-0.789-0.198,-0.265-0.093,0.514 0.015,-0.370-0.134,-0.920-0.171,-0.133-0.064,0.135-0.041,-0.200-0.059,0.022-0.046,-0.245-0.046,-0.421-0.026,-0.194-0.018,-0.108-0.059,-0.043-0.085,-0.129-0.020,0.068-0.023,0.314-0.113,0.022-0.083,-0.012-0.089,-0.035-0.090,-0.269 0.083,0.000 0.002,0.232-0.045,0.096 0.044,0.091-0.016,0.085-0.057,0.027-0.062,-0.014-0.060,0.075-0.057,0.135-0.054,0.246-0.129,-0.123 0.006,-0.557 0.170,-0.115-0.072,0.067-0.149,-0.112 0.024,-0.047-0.056,0.000-0.109,-0.058-0.120,-0.099-0.121,-0.099-0.139,-0.096-0.147,-0.109-0.074,-0.118-0.018,-0.115-0.003,-0.109 0.011,-0.008-0.163,-0.014 0.088,-0.118 0.413,-0.028-0.031,0.001-0.262,-0.042-0.055,-0.044-0.029,-0.039-0.007,-0.037-0.063,-0.033-0.100,-0.028-0.096,-0.023-0.092,-0.020-0.129,-0.014-0.150,-0.012-0.065,-0.008 0.000,-0.011-0.694,-0.004-0.073,0.004 0.958,0.001-0.037,-0.117-1.136,-0.170-0.095,-0.235-0.167,-0.156 0.238,-0.219-0.152,0.091 0.715,-0.107-0.128,-0.492-0.993,-0.218 0.007,0.048 0.595,-0.114 0.219,0.157 0.548,-0.039 0.114,-0.587-0.524,-0.139 0.232,0.486 0.758,-0.010 0.097,-0.545-0.419,0.009 0.156,0.470 0.572,-0.116 0.044,-0.721-0.377,-0.053 0.122,0.573 0.521,-0.083 0.106,-0.417-0.111,-0.053 0.020,-0.215-0.040,-0.317-0.080,-0.800-0.288,-0.317-0.084,0.923 0.407,-0.009 0.014,-0.651-0.195,-0.216 0.012,-0.115 0.038,-0.033 0.054,-0.536-0.110,0.114 0.091,-0.451-0.098,0.684 0.226,0.759 0.227,-4.623-1.371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776.000 991.000,'0.037'-0.018,"0.057"-0.030,0.068-0.032,0.066-0.035,0.065-0.031,0.055-0.028,0.047-0.023,0.037-0.020,0.160-0.004,0.311-0.035,0.187-0.072,0.319-0.151,0.127-0.059,0.352-0.124,0.737-0.325,0.420-0.259,-0.044 0.005,0.359-0.122,2.864-1.105,0.595-0.201,-2.327 0.856,0.203-0.183,1.003-0.464,0.321-0.106,0.204-0.025,0.112 0.034,0.110 0.049,0.105 0.061,-0.746 0.300,0.099-0.053,0.077-0.015,0.057 0.016,1.013-0.290,0.151 0.040,1.658-0.572,-0.521 0.066,-2.659 0.850,-0.016-0.112,0.808-0.394,-0.022-0.002,0.790-0.292,-0.056 0.077,-1.662 0.709,-0.031 0.081,0.659-0.162,-0.213 0.148,-0.911 0.375,-0.144 0.114,1.222-0.333,-0.182 0.071,-0.775 0.327,-0.066 0.159,0.629-0.035,0.014 0.083,-0.615 0.249,0.056 0.124,-0.530 0.178,0.189 0.040,0.275 0.018,0.328 0.003,2.757-0.276,0.007 0.045,0.799-0.052,1.341-0.051,-0.030 0.117,-3.836 0.387,-0.011 0.065,2.009-0.022,0.176 0.099,-1.926 0.136,-0.012 0.048,1.798 0.019,-0.286 0.058,-2.005 0.015,-0.123-0.040,-0.060-0.060,-0.008-0.075,1.586-0.152,-0.303-0.027,-0.372-0.021,-0.397-0.017,-1.723 0.119,-0.249 0.020,1.048-0.051,-0.178 0.055,-1.311 0.075,-0.066-0.029,1.043-0.099,-0.172 0.012,-1.197 0.067,-0.068-0.037,0.426-0.071,-0.121 0.006,0.301-0.023,-0.238 0.047,-0.693 0.039,-0.261-0.033,-0.237-0.006,-0.207 0.015,-0.201 0.005,-0.187-0.003,-0.145 0.015,-0.106 0.029,-0.343 0.068,-0.094 0.030,0.176 0.007,0.002 0.040,0.206-0.037,-0.033-0.056,-0.469 0.050,-0.050-0.001,0.248-0.023,0.124 0.019,0.669-0.095,0.190-0.071,-1.072 0.127,-0.060-0.044,0.824-0.309,-0.321-0.001,-0.347 0.050,-0.331 0.075,-0.299 0.088,-0.254 0.087,-0.174 0.074,-0.114 0.058,-0.064 0.046,-0.030 0.032,-0.005 0.024,0.012 0.013,0.020 0.009,0.024 0.004,0.025 0.000,0.023-0.002,0.021-0.003,-0.055-0.106,0.011-0.188,-0.040 0.018,0.104-0.035,0.331-0.219,0.165-0.127,-0.025-0.001,0.064-0.070,0.089-0.059,0.106-0.050,-0.289 0.206,0.006-0.026,0.653-0.597,-0.034-0.084,-0.358 0.267,-0.040-0.005,-0.176 0.148,-0.022 0.001,0.378-0.424,-0.174 0.144,-0.200 0.179,-0.198 0.187,-0.183 0.174,-0.159 0.156,-0.129 0.128,-0.102 0.104,-0.075 0.078,-0.055 0.056,-0.035 0.039,-0.022 0.024,-0.010 0.013,-0.005 0.006,0.003 0.000,0.004-0.004,0.005-0.005,0.004-0.005,-0.002 0.009,-0.003 0.009,-0.004 0.012,-0.005 0.010,-0.003 0.010,-0.004 0.007,-0.003 0.005,-0.001 0.006,-0.003 0.002,0.000 0.002,-0.002 0.002,0.001 0.000,-0.001-0.000,0.000 0.000,0.000 0.000,0.001 0.000,-0.001-0.001,0.001-0.000,-0.001 0.000,0.001 0.000,0.000-0.001,0.000 0.000,0.000 0.000,0.000 0.000,0.000 0.000,0.000-0.069,0.000-0.153,0.047-0.093,0.078-0.049,0.080-0.103,0.030-0.029,-0.048 0.101,-0.004-0.041,0.037-0.223,-0.024-0.069,0.005-0.151,-0.025 0.058,-0.021 0.096,-0.017 0.112,-0.012 0.112,-0.009 0.103,-0.007 0.089,-0.003 0.074,-0.002 0.057,0.000 0.043,-0.001 0.030,0.001 0.020,0.001 0.012,0.001 0.007,0.001 0.001,0.001-0.001,0.000-0.002,0.001-0.004,0.294-0.415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802.000 1081.000,'0.045'0.000,"0.067"0.000,0.075 0.000,0.074 0.000,0.065 0.000,0.056 0.000,0.043 0.000,0.033 0.000,0.024 0.000,0.017 0.000,0.008 0.000,0.006 0.000,0.003 0.000,-0.002 0.000,0.000 0.000,-0.003 0.000,-0.002 0.000,-0.002 0.000,-0.001 0.000,-0.003 0.000,-0.001 0.000,-0.001 0.000,-0.042 0.000,0.162 0.000,0.116 0.000,0.243 0.000,0.427 0.000,0.231 0.000,0.526 0.000,0.295 0.000,0.524 0.000,0.124 0.000,-1.243 0.000,0.002 0.000,0.657 0.000,0.024 0.000,0.060 0.000,0.087 0.000,-0.261 0.000,0.095 0.000,0.406 0.000,-0.036 0.000,0.802 0.000,0.110 0.000,-1.547 0.000,-0.025 0.000,1.090-0.060,-0.068-0.096,-0.780 0.001,-0.040-0.020,0.619-0.123,-0.114-0.092,-0.718 0.045,-0.037-0.036,0.220-0.119,-0.132-0.071,-0.403 0.055,-0.120 0.005,0.476-0.173,-0.303 0.080,-0.237 0.069,-0.346 0.111,-0.309 0.105,-0.258 0.091,-0.205 0.075,-0.156 0.059,-0.112 0.045,-0.077 0.031,-0.047 0.021,-0.045 0.004,0.043 0.004,0.205-0.039,0.127-0.076,0.117-0.089,-0.009-0.061,0.028-0.082,0.011-0.083,-0.002-0.073,0.060 0.037,0.225 0.010,0.045 0.041,0.156-0.032,0.483-0.200,0.039-0.071,-0.343 0.153,0.046 0.018,0.021 0.031,0.001 0.043,0.606-0.173,-0.030-0.011,-0.634 0.213,-0.044 0.031,0.599-0.124,-0.092 0.098,-0.096 0.095,-0.172 0.088,-0.207 0.073,-0.209 0.061,-0.356 0.053,-0.044 0.022,0.067 0.017,-0.002 0.015,0.161 0.014,0.016 0.009,0.014 0.004,-0.236-0.006,0.018-0.001,3.336 0.058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943.000 1026.000,'-0.041'0.000,"-0.064"0.000,-0.076 0.000,-0.078 0.000,-0.075 0.000,0.116 0.053,-0.003 0.093,-0.209 0.400,-0.081 0.265,0.109-0.118,-0.053 0.141,-0.144 0.264,-0.074 0.100,-0.069 0.132,-0.061 0.149,0.078-0.103,-0.009 0.066,-0.176 0.527,0.077 0.079,0.042 0.021,0.015-0.020,0.207-0.501,0.047-0.054,-0.005 0.184,0.074-0.005,-0.074 0.494,0.036-0.137,0.006-0.170,0.147-0.518,0.034-0.006,0.039-0.021,0.039-0.029,0.039-0.058,0.038-0.075,0.022 0.126,0.036 0.031,0.038-0.289,0.016-0.000,0.010 0.321,0.016 0.028,0.009-0.251,0.006 0.089,0.003 0.060,0.003 0.034,0.006 0.396,0.000-0.024,-0.002-0.207,-0.001-0.015,-0.002-0.132,-0.002 0.096,0.001 0.470,-0.001-0.039,-0.003 0.043,-0.001 0.095,-0.002-0.646,-0.001 0.017,0.000 0.774,-0.001 0.089,0.000-0.210,-0.001 0.025,0.036-0.241,0.062 0.017,0.157 0.579,0.133 0.049,0.033-0.242,0.057 0.035,0.113 0.014,0.148-0.002,-0.040-0.344,0.015-0.098,0.129 0.171,0.028-0.061,0.141 0.131,0.021-0.136,-0.152-0.303,-0.069-0.071,-0.062-0.027,-0.058 0.004,0.022-0.046,0.076-0.077,0.063-0.027,0.052 0.013,0.019-0.058,-0.007-0.101,-0.001-0.083,0.002-0.065,-0.040-0.073,-0.071-0.075,0.077-0.003,0.178 0.050,0.194 0.060,0.197 0.066,0.332 0.089,0.410 0.103,0.354 0.083,0.297 0.065,0.359 0.074,0.389 0.076,0.793 0.231,0.180-0.026,-0.980-0.435,0.023-0.042,0.580 0.156,0.061-0.022,0.481 0.136,-0.167-0.065,-0.552-0.204,0.038-0.016,-1.066-0.364,-0.079-0.056,1.345 0.284,-0.116-0.172,-0.623-0.247,-0.187-0.133,-0.512-0.171,-0.046-0.085,0.657 0.031,-0.206-0.009,-0.524-0.063,-0.151-0.031,-0.111-0.034,-0.074-0.036,-0.024-0.036,0.015-0.033,0.018-0.031,0.019-0.025,-0.029-0.024,-0.060-0.019,-0.331-0.016,-0.031-0.010,0.487-0.009,-0.098-0.009,-0.327-0.074,-0.048-0.121,-0.055-0.076,-0.059-0.041,-0.080-0.063,-0.094-0.072,-0.191-0.039,0.084-0.127,0.577-0.324,0.080-0.075,-0.189 0.027,0.064-0.109,0.282-0.229,-0.036-0.043,-0.582 0.337,-0.074 0.061,0.299-0.104,0.163 0.005,0.061 0.007,-0.012 0.008,0.006 0.008,0.018 0.009,0.028 0.007,0.030 0.008,0.058-0.018,0.071-0.034,0.057-0.020,0.042-0.010,-0.253 0.010,0.090-0.218,0.381-0.363,-0.023-0.069,0.335-0.356,-0.004-0.146,-0.409 0.255,-0.105 0.073,-0.146 0.002,-0.167-0.051,-0.153-0.012,-0.134 0.012,-0.139-0.015,-0.134-0.035,0.104-0.433,-0.051-0.243,-0.440 0.524,-0.075-0.049,0.087-0.379,-0.071-0.039,-0.059-0.069,-0.048-0.085,0.176-0.530,0.103-0.190,-0.311 0.774,-0.043 0.041,0.233-0.738,-0.051 0.046,-0.292 0.752,-0.017-0.052,0.067-0.448,-0.085-0.040,-0.103 0.005,-0.108 0.033,-0.108 0.056,-0.102 0.066,-0.095 0.095,-0.082 0.112,-0.088 0.387,-0.048-0.012,-0.029-0.715,-0.051 0.026,-0.035 0.391,-0.022 0.042,-0.014 0.110,-0.011 0.152,-0.015-0.442,-0.003 0.132,0.022 1.146,0.001 0.029,-0.016-1.179,0.007 0.232,-0.284 0.160,-0.086 0.507,-0.135 0.065,-0.141 0.107,-0.138 0.131,-0.239-0.101,-0.089 0.040,0.099 0.340,-0.242-0.056,-0.478-0.323,-0.244-0.160,-0.360-0.099,-0.428-0.052,-0.432-0.063,-0.415-0.068,0.146 0.173,-0.322-0.123,-0.894-0.362,-0.236 0.015,-0.836-0.292,-0.098 0.015,0.737 0.382,0.161 0.120,0.161 0.095,0.154 0.069,0.189 0.143,0.204 0.190,-0.334 0.061,0.172 0.279,1.183 0.453,0.227 0.153,-0.628-0.004,0.548 0.220,0.542 0.178,0.503 0.137,0.443 0.104,0.501 0.063,0.170 0.036,0.062 0.035,0.144 0.017,0.150-0.001,0.028 0.001,-0.000-0.003,-0.020-0.005,-0.124 0.001,-0.013-0.010,-0.004-0.010,-0.023-0.012,-0.077-0.007,-0.062-0.008,-0.049-0.006,0.170-0.005,-0.055-0.003,-0.049-0.003,-0.040 0.000,-0.269-0.002,-0.183-0.002,-0.344 0.000,-0.105-0.001,-0.062 0.000,0.039 0.000,0.080-0.000,0.100 0.000,0.108 0.001,-0.008 0.000,0.122 0.001,0.486 0.000,0.039 0.000,-0.218 0.001,0.037-0.001,0.280 0.001,0.039 0.000,-0.131 0.000,-0.065 0.000,-0.049 0.047,-0.032 0.079,-0.334 0.109,-0.052 0.033,0.395-0.044,-0.062 0.056,-0.476 0.131,-0.163 0.011,0.540-0.149,-0.041-0.014,-0.626 0.103,-0.274 0.042,-0.506 0.064,-0.122-0.020,0.613-0.123,0.021-0.030,-0.875 0.097,0.102-0.011,0.599-0.083,0.196-0.034,0.209-0.037,0.207-0.038,-0.085-0.011,0.302-0.049,0.267-0.041,0.225-0.033,0.271 0.020,-0.037 0.067,-0.013 0.041,0.003 0.020,0.038 0.053,0.063 0.072,0.028 0.035,0.004 0.010,-0.086-0.013,-0.144-0.024,0.060-0.032,-0.006 0.032,-0.310 0.147,-0.107 0.035,0.139-0.016,0.052 0.053,0.017 0.059,-0.013 0.059,0.042 0.059,0.075 0.053,0.026 0.052,0.078-0.044,0.072-0.073,0.062-0.087,-0.056 0.029,0.141-0.132,0.138-0.114,0.124-0.095,0.104-0.073,0.083-0.054,0.064-0.038,0.046-0.026,0.030-0.014,0.020-0.007,0.011-0.003,0.004 0.002,0.001 0.003,-0.003 0.005,-0.004 0.003,-0.004 0.005,-0.005 0.004,-0.003 0.002,-0.004 0.003,-0.002 0.001,-0.002 0.002,-0.002-0.000,-0.060 0.021,-0.091 0.026,-0.101 0.030,-0.097 0.029,-0.088 0.024,-0.074 0.022,0.048 0.013,0.034 0.051,0.054 0.056,0.058-0.006,0.003 0.029,-0.086 0.072,-0.039-0.048,-0.043-0.066,0.135-0.130,-0.046 0.029,-0.211 0.158,-0.029 0.029,-0.003 0.015,0.013 0.002,0.024-0.004,-1.615 1.470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1187.000 1063.000,'0.034'0.000,"0.054"0.000,0.060 0.000,0.062 0.000,0.057 0.000,0.049 0.000,0.041 0.000,0.034 0.000,0.024 0.000,-0.030 0.000,0.097 0.000,0.092 0.000,0.086 0.000,0.124 0.000,0.146 0.000,0.226 0.000,0.270 0.000,0.486 0.000,0.243 0.000,-0.046 0.000,0.204 0.000,0.105 0.000,0.034 0.000,-0.252 0.000,0.089 0.000,1.168-0.074,0.086-0.115,-1.399 0.054,0.052-0.013,0.769-0.061,-0.043 0.001,-0.120-0.012,-0.170-0.023,0.166-0.035,-0.127 0.013,-0.349 0.048,-0.005 0.025,-0.322 0.043,-0.042 0.021,0.263 0.007,0.003 0.025,-0.009 0.021,-0.016 0.020,0.050 0.015,0.096 0.014,0.027 0.011,-0.021 0.008,0.612 0.008,0.019 0.006,-0.941-0.001,-0.054 0.002,0.183 0.002,-0.126-0.001,0.238 0.003,-0.324-0.003,-0.331 0.000,-0.314-0.002,-0.279-0.002,-0.236-0.001,-0.190-0.001,-0.149-0.002,-0.082 0.000,0.008 0.000,0.044-0.001,0.066 0.000,0.075 0.000,0.009-0.001,0.102 0.001,0.088 0.000,0.074 0.000,0.130-0.001,0.166 0.001,0.549 0.000,-0.018-0.001,-0.119 0.001,-0.172 0.000,-0.188 0.000,-0.275 0.000,-0.150 0.000,-0.132 0.000,-0.114 0.000,-0.091 0.000,-0.071 0.000,-0.055 0.000,-0.038 0.000,-0.063 0.000,0.076 0.000,0.304 0.000,0.240 0.000,0.252 0.000,0.246 0.000,0.278 0.000,0.289 0.000,0.590 0.000,0.303 0.000,-0.113 0.000,0.178 0.000,0.088 0.000,0.019 0.000,-0.055 0.000,-0.105 0.000,-0.470 0.000,-0.138 0.000,7.989 0.000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1331.000 1030.000,'-0.009'0.027,"-0.013"0.040,-0.016 0.045,-0.014 0.045,-0.013 0.039,-0.012 0.032,-0.008 0.028,-0.006 0.019,-0.006 0.014,-0.002 0.010,0.148 0.072,0.202 0.257,0.203 0.248,0.193 0.229,0.485 0.429,0.475 0.253,-0.343-0.541,0.210 0.038,1.169 0.689,0.284-0.026,-0.217-0.297,0.043-0.113,0.867 0.300,-0.431-0.332,-0.542-0.331,-0.560-0.299,-0.519-0.255,-0.448-0.203,-0.367-0.156,-0.283-0.112,-0.208-0.075,-0.143-0.048,-0.093-0.026,-0.052-0.010,-0.025 0.000,-0.005 0.005,0.007 0.009,0.013 0.010,0.017 0.009,0.017 0.010,0.014 0.006,0.014 0.007,0.010 0.004,0.009 0.003,0.005 0.002,0.004 0.002,0.003 0.000,0.001 0.001,0.001-0.001,0.000 0.001,-0.001-0.001,0.000-0.001,0.000 0.001,-0.001-0.001,0.000 0.000,-0.001 0.000,0.001 0.000,-0.002-0.001,-0.017 0.030,-0.004 0.074,-0.072 0.186,-0.122 0.141,-0.026-0.109,-0.132 0.124,-0.433 0.498,-0.200 0.168,-0.050-0.048,-0.158 0.052,-0.676 0.523,-0.406 0.281,-0.241 0.106,0.348-0.328,-0.168 0.121,-0.178 0.068,-0.173 0.028,-0.331 0.214,0.180-0.093,0.421-0.380,0.072-0.187,0.114-0.156,0.138-0.130,-6.394 3.138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1342.000 998.000,'-0.059'0.000,"-0.092"0.000,-0.107 0.000,-0.108 0.000,-0.102 0.000,0.036 0.000,-0.154 0.000,-0.607 0.112,-0.169 0.171,-0.074 0.193,0.057 0.065,-0.017 0.044,-0.007 0.011,0.227-0.096,-0.102 0.041,-0.502 0.296,0.046 0.114,0.117 0.102,0.475-0.277,0.056-0.047,0.068 0.003,0.072 0.038,-0.255 0.409,0.025 0.162,0.003 0.155,0.411-0.527,-0.005-0.044,-0.176 0.243,0.084 0.005,0.133-0.182,0.015-0.084,0.044-0.055,0.062-0.033,0.074-0.014,0.076-0.001,0.054-0.016,0.032-0.024,-0.006 0.041,-0.034 0.085,-0.031 0.104,0.019 0.007,0.036-0.022,0.046-0.040,0.093-0.201,0.035-0.035,-0.007 0.295,0.051 0.183,0.047-0.005,0.035-0.006,0.027-0.055,0.022-0.083,-0.018-0.223,-0.052-0.022,-0.010-0.121,-0.018 0.004,-0.076 0.288,-0.003-0.004,0.010-0.014,0.017-0.020,0.031-0.063,0.021 0.001,0.021 0.007,0.020 0.012,0.014 0.157,0.020 0.060,0.015 0.189,0.018 0.047,0.012 0.030,0.010-0.276,0.003-0.007,0.004-0.033,0.002-0.049,0.001-0.033,0.001-0.024,0.000 0.034,0.000 0.073,-0.001 0.050,0.000 0.030,0.070-0.074,0.124 0.102,0.258 0.749,0.077 0.207,-0.065-0.608,0.143 0.001,0.201 0.215,0.041-0.010,0.108 0.054,0.148 0.096,0.100 0.053,0.062 0.017,0.150 0.088,0.203 0.131,0.349 0.378,0.042 0.043,-0.004 0.026,-0.033 0.011,0.195 0.328,0.226 0.240,0.014-0.136,-0.890-1.157,0.009-0.017,0.005-0.008,0.003-0.000,0.291 0.224,0.105-0.080,0.102-0.033,0.095 0.001,0.130-0.020,0.152-0.036,0.504 0.152,0.170-0.122,-0.692-0.515,-0.055-0.078,0.731 0.298,0.125-0.068,-0.720-0.363,-0.043 0.019,0.310 0.184,-0.040-0.014,-0.061-0.005,-0.073 0.000,0.309 0.092,0.029-0.144,-0.999-0.475,-0.033 0.009,0.948 0.435,0.015-0.053,-0.010-0.111,-0.026-0.144,-0.388-0.235,-0.097-0.126,0.034-0.071,0.125-0.032,-0.260-0.105,0.031-0.042,0.409 0.042,0.103 0.016,0.482 0.046,0.106-0.039,-0.354-0.046,-0.012 0.032,-0.396-0.056,-0.021-0.013,1.100 0.114,-0.049-0.067,-1.489-0.184,-0.022-0.004,1.386 0.134,-0.086-0.044,-1.407-0.150,-0.022-0.019,1.686 0.066,-0.038-0.058,-0.101-0.058,-0.659-0.044,0.015-0.018,0.470-0.015,0.143-0.014,-0.717-0.011,0.069-0.006,0.459-0.004,-0.002-0.004,0.128-0.002,0.210-0.001,0.191-0.001,0.167 0.001,0.680 0.000,0.112 0.001,-0.976 0.003,0.145 0.001,0.616-0.023,-0.086-0.038,-0.202-0.072,-0.276-0.090,-0.244-0.102,-0.209-0.104,-0.247-0.099,-0.261-0.095,0.084-0.154,-0.270-0.036,-0.796 0.198,-0.139 0.034,0.322-0.151,-0.228-0.004,-0.581 0.154,-0.114-0.023,4.272-3.523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1389.000 1104.000,'0.042'0.000,"0.064"0.000,0.073 0.000,0.071 0.000,0.065 0.000,0.056 0.000,0.045 0.000,0.035 0.000,0.025 0.000,0.018 0.000,0.011 0.000,0.007 0.000,-0.032 0.000,0.163 0.000,0.399 0.000,0.361 0.000,-0.088 0.000,0.246 0.000,0.625 0.000,0.419 0.000,-0.029 0.000,0.292 0.000,1.218 0.000,0.233 0.000,-0.785 0.000,0.238 0.000,1.811 0.000,-0.175 0.000,-1.675 0.000,0.026 0.000,1.629 0.000,-0.126 0.000,-1.592 0.000,0.074 0.000,0.083 0.000,0.087 0.000,-0.497 0.000,0.078 0.000,1.916 0.000,0.029 0.000,-0.539 0.024,0.122 0.038,0.180 0.026,0.214 0.014,0.753 0.077,-0.106 0.095,-0.828 0.006,-0.169 0.013,-0.835-0.040,-0.232-0.011,0.203 0.011,-0.412-0.028,-0.426-0.030,-0.415-0.032,-0.090-0.017,-0.393-0.034,4.026-0.003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1395.000 993.000,'0.516'0.000,"0.482"-0.119,0.601-0.193,-0.236 0.054,0.355-0.032,2.273-0.278,0.906-0.050,-1.109 0.119,0.385-0.102,2.695-0.444,0.701-0.117,-2.922 0.456,0.107-0.002,2.638-0.315,0.094 0.087,-0.875 0.195,-0.084 0.100,-0.916 0.157,-0.098 0.076,0.740 0.034,-0.023 0.084,0.625 0.057,-0.274 0.076,-0.929 0.066,-0.147 0.038,-0.153 0.031,-0.149 0.022,-0.233 0.016,-0.282 0.011,-0.211 0.029,-0.147 0.043,-1.192 0.015,-0.100 0.057,1.217 0.172,-0.397 0.038,-0.776-0.039,-0.345-0.014,0.136 0.042,-0.526-0.053,-0.404 0.035,-0.441 0.063,-0.356 0.087,-0.274 0.095,-0.152 0.012,0.087 0.119,0.189 0.096,0.249 0.076,0.053-0.031,0.192 0.079,0.280 0.152,0.328 0.198,-0.142-0.046,0.038 0.095,0.617 0.571,-0.004 0.161,-0.514-0.363,0.137 0.120,0.418 0.365,0.016 0.039,-0.066-0.078,-0.123-0.157,0.110 0.050,-0.229-0.200,-0.218-0.189,-0.277-0.235,-0.265-0.219,-0.238-0.199,-0.207-0.171,-0.308-0.070,-0.154 0.155,-0.092 0.292,-0.157 0.135,-0.153 0.117,-0.088 0.380,-0.072 0.561,-0.056 0.662,-0.045 0.610,-0.033 0.544,-0.016-0.134,-0.012 0.402,-0.024 1.930,-0.005 0.471,0.022-2.248,0.000 0.009,-0.015 2.279,0.006-0.241,0.009-0.846,0.008-0.614,0.005-0.678,0.008-0.687,-0.005 5.572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1614.000 1012.000,'-0.014'-0.021,"-0.021"-0.032,-0.026-0.038,-0.024-0.037,-0.024-0.035,-0.019-0.030,-0.018-0.025,-0.014-0.021,-0.009-0.016,-0.008-0.010,-0.005-0.008,0.046-0.026,0.010-0.140,0.122-0.215,0.212-0.128,0.123 0.059,0.205-0.150,0.346-0.301,0.244-0.141,0.042 0.064,0.186-0.103,0.521-0.396,0.358-0.225,-0.075 0.140,0.166-0.067,1.225-0.777,0.032 0.221,-0.754 0.556,-0.042-0.005,-0.382 0.286,-0.021 0.076,0.721-0.314,0.051 0.137,-0.378 0.298,-0.056 0.097,0.020 0.083,0.075 0.072,0.084 0.082,0.089 0.087,0.064 0.108,0.043 0.120,0.168 0.028,0.248-0.040,0.128 0.009,0.040 0.043,-0.375 0.106,0.145-0.003,0.801-0.063,0.348 0.051,0.315 0.068,0.275 0.075,0.766 0.004,-0.096 0.047,-1.373 0.098,-0.034-0.024,1.113-0.115,-0.290 0.024,-0.848 0.087,-0.254 0.043,0.193 0.016,-0.333 0.059,0.045 0.039,-0.387 0.061,-0.347 0.050,-0.921 0.048,-0.247 0.021,0.239 0.018,-0.491 0.020,-0.456 0.014,-0.393 0.007,-0.323 0.004,-0.253 0.000,-0.189-0.002,-0.131-0.002,-0.088-0.002,-0.008 0.022,0.043 0.038,0.069 0.045,0.082 0.045,0.080 0.040,0.077 0.037,0.043 0.002,0.129 0.037,-0.105 0.015,0.006 0.119,0.261 0.441,0.045 0.215,0.074 0.194,-0.005 0.025,-0.021-0.035,-0.080-0.110,-0.120-0.159,-0.129-0.171,-0.124-0.163,-0.112-0.146,-0.092-0.121,-0.075-0.096,-0.057-0.072,-0.040-0.054,-0.027-0.034,-0.018-0.023,-0.009-0.011,-0.004-0.005,0.000 0.001,0.002 0.002,0.004 0.006,0.006 0.188,0.003 0.331,0.004 0.029,0.001 0.157,0.001 0.432,0.002 0.125,0.001-0.102,0.002 0.023,0.007 5.612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1815.000 952.000,'0.000'0.022,"0.000"0.034,0.000 0.038,0.000 0.036,0.000 0.034,0.000 0.026,0.000 0.023,0.000 0.016,0.000 0.012,0.000 0.008,0.000 0.005,0.000 0.003,0.000-0.000,0.000 0.001,0.000-0.002,0.000 0.000,0.000-0.035,0.000 0.061,0.000 0.149,0.000 0.202,0.000 0.437,0.000 0.196,0.000 0.132,0.000-0.126,0.000-0.036,0.000-0.168,0.000-0.025,0.000-0.020,0.000-0.015,0.000 0.012,0.000 0.032,0.028 0.358,0.043-0.058,0.048-0.092,0.020-0.024,0.000 0.022,-0.011 0.048,0.006-0.372,0.066-0.076,0.145 0.149,0.001-0.200,-0.036-0.194,-0.058-0.170,-0.064-0.144,-0.062-0.113,-0.056-0.085,-0.047-0.060,-0.037-0.040,-0.028-0.024,-0.021-0.012,-0.012-0.005,-0.009 0.002,-0.004 0.003,-0.002 0.007,0.001 0.005,0.001 0.005,0.001 0.006,0.003 0.004,0.001 0.003,0.002 0.002,0.002 0.002,0.000 0.001,0.001 0.001,0.001-0.000,0.000 0.000,0.000 0.000,0.001 0.000,-0.001 0.000,0.001 0.000,-0.001-0.001,0.001 0.001,-0.001-0.001,0.000 0.000,0.000 0.000,0.000 0.000,0.000 0.000,0.000 0.000,0.001 0.000,-0.115 0.000,-0.242 0.000,-0.608-0.030,-0.474-0.048,-0.414-0.178,-0.724-0.287,-1.243-0.352,-0.802-0.199,0.056-0.028,-0.372-0.146,1.171 0.290,-0.029 0.007,-2.618-0.563,0.199 0.167,1.587 0.406,0.410 0.140,-11.463-1.261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1876.000 998.000,'-0.165'-0.047,"-0.274"-0.079,-0.082-0.009,-0.229-0.043,-1.091-0.271,-0.733-0.217,-0.759-0.255,-0.732-0.267,0.643 0.162,-0.181-0.076,-1.275-0.402,-0.114-0.029,0.588 0.203,0.089 0.063,0.150 0.104,0.185 0.130,0.153 0.140,0.126 0.142,0.004 0.137,-0.081 0.126,0.509 0.148,0.092 0.076,-0.379 0.051,0.056 0.072,-1.104 0.057,0.358 0.073,2.001 0.020,0.009 0.009,-0.722 0.020,0.062 0.008,-0.031 0.004,-0.097 0.000,0.381-0.008,0.043-0.003,-0.325 0.001,0.053-0.006,0.032-0.004,0.016-0.006,-0.232-0.002,0.207-0.006,0.536-0.006,0.243-0.002,-0.322-0.003,0.316-0.003,0.256-0.002,0.512 0.070,-0.015 0.117,-0.462 0.251,0.025 0.135,0.051 0.092,0.455-0.119,0.008 0.054,-0.030 0.036,-0.055 0.017,0.166-0.058,0.024 0.030,-0.288 0.241,0.051 0.049,0.066 0.023,0.123-0.031,0.130-0.054,0.128-0.062,0.119-0.068,0.083-0.102,0.028-0.094,0.102-0.111,0.022-0.033,-0.078 0.054,-0.024 0.039,0.130-0.071,-0.033 0.047,-0.305 0.306,-0.020 0.090,0.006 0.069,0.202-0.057,0.023 0.191,0.003 0.086,-0.014 0.008,-0.211 0.320,-0.032 0.026,0.217-0.311,0.056-0.018,0.099-0.107,-0.002 0.082,-0.203 0.575,0.080-0.019,0.101-0.089,0.186-0.338,0.067 0.022,0.065-0.021,0.057-0.052,0.028 0.231,0.064-0.080,0.059-0.447,0.020-0.027,0.016 0.132,0.017 0.025,0.011 0.063,0.008 0.086,0.005 0.076,0.003 0.064,-0.003-0.108,-0.001 0.072,0.002 0.313,-0.001 0.132,-0.005-0.137,-0.003 0.074,0.077 0.823,0.111-0.010,0.114-0.527,0.213-0.018,0.174-0.034,0.137-0.044,0.270 0.021,0.353 0.068,0.473 0.189,0.141-0.166,-0.693-0.725,-0.022-0.043,0.451 0.289,0.008-0.155,-0.010-0.080,-0.022-0.021,0.026-0.007,-0.130-0.125,-0.152-0.145,-0.162-0.154,0.036-0.039,-0.186-0.149,-0.161-0.119,-0.078-0.038,-0.119-0.030,-0.090 0.002,-0.175-0.037,-0.044 0.057,-0.016-0.042,0.101-0.015,0.409 0.169,0.267 0.109,0.368 0.166,0.132 0.099,0.302 0.218,-0.125-0.070,0.030-0.008,0.093 0.036,0.130 0.067,0.473 0.228,0.178 0.058,-0.294-0.203,-0.031-0.089,-0.025-0.072,-0.021-0.056,-0.346-0.129,-0.028 0.040,-0.063-0.005,-0.087-0.038,0.267 0.107,-0.193-0.118,-0.205-0.132,-0.200-0.133,-0.208-0.128,-0.050-0.064,0.045 0.032,-0.176 0.012,-0.384-0.126,-0.088-0.023,0.131 0.111,-0.062 0.038,-0.181-0.061,0.059 0.076,0.034 0.075,0.015 0.071,0.186 0.225,0.099 0.147,0.230 0.126,0.314 0.104,0.599 0.298,0.343 0.119,0.057-0.085,0.405 0.115,0.403 0.048,0.384-0.002,0.283 0.034,0.195 0.058,0.031-0.048,-0.088-0.118,-0.144-0.070,-0.180-0.031,-1.036-0.451,-0.001-0.074,1.892 0.472,-0.188-0.265,-1.069-0.423,-0.133-0.158,-0.527-0.199,-0.090-0.101,0.340-0.062,-0.020-0.098,0.333-0.075,-0.091-0.079,-0.458-0.053,-0.080-0.033,-0.332-0.017,0.088-0.012,0.892-0.024,0.115-0.005,0.073 0.001,0.043 0.005,-0.678 0.018,0.247 0.006,0.764 0.000,0.237 0.006,1.418 0.002,0.217 0.009,0.442 0.007,-1.169 0.007,0.038 0.003,0.582 0.003,-0.182 0.001,-0.768 0.002,-0.120 0.001,-0.190-0.093,-0.229-0.157,-0.725-0.100,-0.180-0.138,0.196-0.184,-0.327-0.048,0.038-0.151,-0.326-0.048,-0.476 0.071,-0.057-0.028,-0.423 0.090,-0.160-0.024,0.089-0.122,-0.144 0.014,0.107-0.225,-0.073-0.186,-0.255 0.087,-0.043-0.007,0.183-0.269,0.011-0.163,-0.384 0.313,0.003-0.051,0.250-0.231,0.085 0.010,-0.151 0.197,0.061-0.026,0.258-0.166,-0.017 0.108,-0.074 0.079,-0.111 0.053,0.238-0.261,-0.174 0.106,-0.554 0.498,-0.001 0.011,0.285-0.343,-0.082-0.067,-0.346 0.310,-0.035-0.003,0.105-0.183,-0.026-0.023,0.155-0.336,-0.157 0.050,-0.481 0.669,-0.065-0.001,0.224-0.550,0.059-0.073,-0.092 0.142,-0.035-0.028,-0.126 0.116,-0.051-0.112,0.044-0.561,-0.093-0.061,-0.149 0.443,-0.050-0.030,-0.027-0.259,-0.052 0.006,-0.062 0.511,-0.022 0.032,-0.010-0.673,-0.032 0.018,-0.023-0.015,-0.015-0.036,-0.130-0.198,-0.197-0.294,0.007 0.511,-0.040-0.007,-0.168-0.327,-0.150-0.023,-0.240-0.068,-0.292-0.095,-0.106 0.205,-0.290-0.166,-0.579-0.502,-0.287-0.046,-0.629-0.395,-0.237 0.056,0.167 0.457,-0.231 0.077,-0.122 0.049,-0.037 0.029,0.047 0.155,0.105 0.235,0.073 0.261,0.043 0.264,0.023 0.184,0.005 0.118,0.065 0.115,0.103 0.104,0.466 0.264,0.065 0.090,-1.004-0.308,0.147 0.117,1.038 0.378,-0.070-0.034,-1.499-0.369,-0.506 0.100,1.659 0.479,-0.160-0.012,-1.920-0.322,-0.329 0.075,1.016 0.238,-0.154 0.011,-0.176 0.033,-0.182 0.049,-1.713-0.079,-0.278 0.107,0.677 0.148,-0.001 0.080,-0.930 0.050,-0.241 0.081,1.564 0.091,-0.022 0.035,0.006 0.030,0.030 0.025,-1.445 0.021,0.322 0.024,1.787 0.045,0.302 0.068,-0.859 0.112,0.470 0.038,0.980 0.025,0.419 0.074,0.423 0.034,0.407 0.005,0.376-0.014,0.334-0.029,0.339-0.015,0.325-0.002,0.095 0.057,0.385-0.048,0.307-0.057,0.236-0.058,0.174-0.055,0.120-0.048,0.078-0.042,0.043-0.033,0.359-0.112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2059.000 402.000,'0.000'0.027,"0.000"0.042,0.000 0.047,0.000 0.047,0.000 0.044,0.000 0.036,0.000 0.031,0.000 0.024,0.000 0.017,0.000 0.013,0.000 0.008,0.000 0.005,0.000-0.025,0.000 0.096,-0.060 0.262,-0.096 0.252,0.001-0.064,-0.020 0.147,-0.123 0.559,-0.092 0.238,-0.034-0.017,-0.083 0.188,0.037-0.089,-0.003 0.175,-0.071 0.488,-0.002 0.134,0.025 0.040,0.043-0.030,0.053-0.052,0.057-0.070,0.028 0.316,0.070 0.032,0.099-0.615,0.034 0.069,-0.090 1.405,-0.076-0.174,0.132-1.686,-0.000-0.009,-0.075 0.917,0.022-0.106,0.086-0.932,0.015 0.013,-0.003 0.339,0.019 0.043,-0.002 0.634,0.027-0.070,0.027-0.379,0.016-0.070,0.012-0.111,0.010-0.134,0.009 0.161,0.007-0.047,0.008 0.285,0.004-0.292,0.001-0.326,0.000-0.314,-0.003-0.466,-0.001-0.160,0.000-0.048,-0.003-0.134,0.000-0.102,-0.002-0.073,-0.001-0.049,0.000-0.030,-0.002-0.017,0.001-0.004,-0.001 0.060,-0.001 0.069,0.001 0.078,0.047-0.071,0.078 0.133,0.051 0.131,0.026 0.124,0.001-0.015,0.030 0.117,0.275 0.741,0.223 0.232,-0.043-0.314,0.089 0.080,0.097 0.042,0.098 0.014,-0.229-0.482,-0.008-0.024,0.700 1.169,0.104 0.022,-0.316-0.562,-0.007-0.014,-0.016-0.008,-0.158-0.224,-0.096-0.111,-0.113-0.108,-0.120-0.102,0.118 0.121,0.148-0.011,-0.075-0.223,-0.019-0.077,0.160 0.180,-0.092-0.134,-0.105-0.132,-0.158-0.241,0.070 0.043,0.085 0.009,0.091-0.014,0.109-0.004,0.005-0.092,-0.025-0.108,-0.046-0.115,-0.102-0.077,0.146 0.112,0.359 0.197,0.204 0.057,0.118-0.003,0.051-0.044,0.047-0.072,0.044-0.088,0.061-0.050,0.073-0.017,0.074 0.004,0.076 0.019,0.594 0.063,0.447-0.058,0.020-0.065,0.397 0.050,0.802 0.086,0.184-0.040,-1.470-0.234,0.079 0.011,3.245 0.468,0.454 0.053,0.051-0.137,-1.294-0.230,-0.059-0.072,-0.164-0.077,1.657 0.146,0.758 0.027,-0.223-0.078,-2.221-0.208,-0.241-0.053,-0.296-0.053,-0.369-0.050,-0.402-0.045,-0.386-0.040,-0.353-0.033,0.049-0.026,-0.303-0.027,-0.795-0.020,-0.037-0.010,0.671-0.012,0.054-0.008,-0.137-0.001,0.310-0.002,-0.194 0.002,0.188 0.001,1.330-0.004,0.412 0.003,-0.877 0.004,0.227 0.003,0.865 0.000,0.179 0.002,0.067 0.002,-0.015 0.001,1.217 0.001,-0.262 0.002,-2.069 0.001,-0.163 0.000,0.895 0.001,-0.295 0.001,-1.270-0.001,-0.243 0.001,0.158-0.001,-0.270 0.001,0.105 0.000,-0.224 0.000,-0.807-0.001,-0.160 0.000,0.704 0.001,-0.021-0.001,-1.059 0.001,0.018-0.001,1.313 0.000,0.280 0.000,-1.252 0.000,0.004 0.000,0.420 0.000,0.150 0.000,1.020 0.000,0.264 0.000,-0.707 0.000,0.151 0.000,0.527-0.047,-0.058-0.079,0.456-0.138,0.017-0.127,-0.604-0.077,-0.222-0.133,-0.244-0.116,-0.250-0.093,-0.505-0.012,-0.106-0.145,0.436-0.517,-0.239-0.193,-0.692 0.318,-0.138-0.028,0.281-0.438,-0.144-0.008,-0.437 0.434,-0.012 0.034,0.397-0.416,0.036-0.059,-0.183 0.094,0.004-0.161,0.047-0.120,0.077-0.083,0.237-0.303,-0.035 0.029,-0.426 0.519,0.011-0.050,0.377-0.641,-0.109-0.062,-0.455 0.525,-0.063-0.094,0.346-0.877,0.056-0.257,-0.179 0.318,-0.020 0.033,0.134-0.281,-0.061 0.134,0.151-0.520,0.053-0.397,-0.175 0.117,-0.337 0.334,-0.372 0.759,-0.136 0.046,-0.034 0.068,0.040 0.083,0.081-0.246,-0.049 0.077,-0.075 0.040,-0.088 0.014,-0.177 0.586,-0.056-0.064,-0.024-0.348,-0.062 0.030,-0.071 0.263,-0.037-0.122,-0.144-0.513,-0.230-0.149,-0.246-0.128,-0.246-0.104,-0.306-0.132,-0.332-0.145,-0.688-0.864,-0.139 0.271,0.644 1.484,-0.010 0.272,-0.327-0.083,-0.148 0.187,-0.126 0.170,-0.105 0.150,-0.226 0.060,-0.303-0.009,-0.933-0.283,-0.646-0.045,1.266 0.706,-0.191-0.088,-3.156-1.349,-0.902-0.128,1.170 0.601,-0.206-0.015,-1.024-0.360,-0.124-0.034,-1.565-0.507,-1.285-0.402,0.079 0.085,4.864 1.818,0.157 0.141,-3.756-1.228,0.986 0.161,2.570 0.918,0.114 0.062,0.657 0.257,0.676 0.267,0.665 0.324,0.199 0.205,0.080 0.186,-0.032 0.161,-0.109 0.137,0.356 0.131,-0.041 0.072,-0.652 0.058,-0.325 0.060,-0.377 0.160,-0.396 0.225,-1.081 0.318,-0.406 0.231,0.312 0.121,-0.438 0.250,-1.372 0.459,-0.504 0.247,1.583-0.341,-0.264 0.088,-0.291 0.093,-0.303 0.094,-1.339 0.348,-0.112 0.014,-1.098 0.341,0.188 0.061,2.541-0.671,0.460-0.127,-1.794 0.514,1.284-0.330,2.829-0.765,0.597-0.118,-7.042 3.506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2155.000 525.000,'0.026'0.000,"0.041"0.000,0.046 0.000,0.047 0.000,0.043 0.000,0.036 0.000,0.032 0.000,0.024 0.000,0.018 0.000,0.012 0.000,0.010 0.000,0.006 0.000,0.027 0.000,0.116 0.000,0.169 0.000,0.194 0.000,0.041 0.000,0.125 0.000,0.030 0.000,0.208 0.000,0.462 0.000,0.263 0.000,0.213 0.000,0.165 0.000,0.124 0.000,0.091 0.000,0.107 0.000,0.116 0.000,0.466 0.000,0.063 0.000,-0.326 0.000,0.053 0.000,-0.034 0.000,-0.096 0.000,0.006 0.000,0.079 0.000,-0.015 0.000,-0.081 0.000,-0.313 0.000,0.142 0.000,0.517-0.047,0.057-0.079,0.024-0.073,0.002-0.066,0.032-0.036,0.054-0.010,0.017-0.087,-0.007-0.138,0.780-0.247,-0.176-0.016,-0.951 0.192,-0.131 0.051,-0.474 0.117,-0.097 0.052,0.252-0.034,-0.069-0.012,-0.397 0.064,-0.081 0.019,0.490-0.083,-0.105 0.006,-0.628 0.114,-0.072 0.024,0.243-0.003,0.037 0.041,0.002 0.041,-0.026 0.038,0.004 0.037,0.026 0.031,0.275 0.023,-0.006 0.028,-0.279 0.023,-0.015 0.015,0.626 0.013,-0.114 0.012,-0.145 0.007,5.143 0.090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723.000 436.000,'0.056'0.000,"0.085"0.000,0.097 0.000,0.096 0.000,0.086 0.000,0.075 0.000,-0.133 0.000,0.052 0.000,0.409-0.221,0.272-0.346,-0.229 0.028,0.098-0.141,0.111-0.153,0.115-0.157,0.502-0.507,0.098-0.151,-0.350 0.291,0.056-0.079,0.292-0.285,0.066-0.047,0.029-0.044,0.005-0.041,0.274-0.246,0.048 0.025,-0.325 0.294,-0.146 0.083,0.295-0.342,-0.390 0.374,-0.381 0.397,-0.343 0.377,-0.288 0.328,-0.231 0.273,-0.175 0.214,-0.126 0.160,-0.086 0.112,-0.052 0.074,-0.029 0.045,-0.011 0.022,-0.001 0.006,0.008-0.002,0.010-0.008,0.011-0.012,0.012-0.012,0.011-0.012,0.008-0.009,-0.003-0.073,-0.021 0.105,-0.075 0.334,-0.062 0.159,-0.059 0.120,-0.054 0.086,-0.043 0.127,0.003 0.036,0.011-0.107,-0.014-0.085,-0.018-0.113,-0.022-0.124,-0.052-0.043,0.084-0.222,0.107-0.204,0.113-0.177,0.107-0.147,0.096-0.114,0.080-0.086,0.063-0.061,0.049-0.040,0.036-0.026,0.023-0.011,0.016-0.005,-0.105 0.086,0.016-0.074,0.088-0.203,0.067-0.173,0.030-0.207,-0.002-0.219,-0.020-0.195,-0.036-0.170,0.005-0.071,0.032 0.002,0.116-0.164,0.069 0.071,0.134-0.142,-0.076 0.296,-0.119 0.314,-0.133 0.300,-0.131 0.264,-0.117 0.218,-0.099 0.172,-0.080 0.130,-0.060 0.090,-0.043 0.061,-0.031 0.037,-0.017 0.018,-0.011 0.006,-0.041 0.053,-0.148 0.114,-0.229 0.243,-0.043 0.156,0.058 0.048,0.048 0.059,0.067 0.035,0.017 0.087,0.087-0.095,0.078-0.125,0.065-0.131,0.050-0.124,0.039-0.109,0.028-0.091,0.017-0.070,0.012-0.053,0.006-0.038,0.001-0.024,0.001-0.016,0.003 0.005,-0.044-0.001,-0.184-0.009,-0.132 0.000,-0.121 0.004,-0.212 0.001,-0.569-0.058,-0.195-0.082,-0.106-0.093,0.215 0.014,-0.032-0.005,0.118-0.010,-0.064-0.062,-0.436-0.134,0.177 0.049,0.249 0.091,0.271 0.108,0.262 0.110,0.234 0.102,0.197 0.088,0.158 0.073,0.120 0.056,0.086 0.042,0.060 0.029,0.037 0.020,0.020 0.011,0.008 0.005,0.001 0.003,-0.004-0.002,-0.008-0.002,-0.009-0.004,-0.007-0.003,-0.010 0.016,-0.005 0.114,-0.006 0.019,-0.002 0.163,0.000 0.616,-0.003 0.485,0.147 0.552,0.240 0.565,0.161 0.014,0.213 0.266,0.234 0.112,0.237-0.003,0.003-0.417,0.144-0.001,0.096-0.085,0.052-0.146,0.663 0.776,-0.121-0.392,-0.735-1.089,-0.132-0.178,0.300 0.439,-0.330-0.473,-0.302-0.439,-0.259-0.383,-0.211-0.316,-0.164-0.249,-0.120-0.184,-0.085-0.133,-0.055-0.087,-0.032-0.052,-0.015-0.027,-0.004-0.009,0.004 0.003,0.008 0.011,0.009 0.013,0.012 0.015,0.008 0.013,0.010 0.014,0.006 0.010,0.006 0.008,0.005 0.006,0.002-0.123,0.001-0.231,0.002-0.215,0.000-0.323,0.000-0.052,0.000-0.129,-0.023-0.241,-0.039 0.016,-0.066-0.379,-0.011 0.247,0.009 0.286,0.023 0.284,0.025 0.257,0.028 0.219,0.025 0.175,0.022 0.134,0.018 0.096,0.013 0.067,0.011 0.040,0.006 0.024,0.005 0.009,0.002 0.000,0.002-0.004,0.000-0.008,0.000-0.008,-0.001-0.009,-0.001-0.007,-0.001-0.007,0.000-0.005,-0.001-0.004,-0.005-0.016,-0.006-0.023,-0.007-0.024,-0.007-0.023,-0.006-0.019,-0.006-0.017,-0.003-0.013,-0.004-0.010,-0.002-0.006,-0.001-0.005,-0.001-0.002,0.000-0.001,0.000-0.001,-0.001 0.001,0.001 0.000,-0.000 0.000,0.000 0.002,0.001 0.000,-0.001 0.000,0.001 0.002,-0.030-0.172,-0.048-0.325,-0.072-0.037,-0.133-0.183,-0.228-0.357,-0.181-0.202,-0.326-0.365,-0.221-0.108,0.030 0.242,-0.065 0.100,0.132 0.270,-0.014 0.067,-0.243-0.100,-0.106 0.068,-0.512-0.230,0.163 0.233,0.256 0.243,0.291 0.228,0.290 0.200,0.263 0.167,0.225 0.130,0.183 0.100,0.142 0.069,0.105 0.048,0.072 0.029,0.047 0.015,0.028 0.005,0.012-0.001,0.003-0.004,-0.072-0.058,-0.101-0.096,-0.060-0.071,-0.068-0.099,-0.088-0.176,-0.013-0.086,0.014-0.063,-0.136-0.156,-0.186-0.118,0.037 0.136,-0.084-0.045,-0.052-0.111,-0.024-0.150,-0.028-0.055,-0.030 0.015,-0.229-0.234,0.016 0.087,0.037 0.103,0.131 0.162,0.117 0.118,0.129 0.112,0.127 0.102,0.117 0.086,0.064 0.036,0.088 0.132,0.060 0.120,0.038 0.101,0.021 0.081,0.009 0.063,0.000 0.046,-0.004 0.029,-0.007 0.020,-0.007 0.011,-0.008 0.004,-0.007 0.000,-0.005-0.002,-0.002 0.045,-0.056 0.086,-0.069 0.103,-0.072 0.112,-0.155 0.195,-0.072 0.090,-0.055 0.058,0.071 0.006,0.040 0.099,0.054-0.030,-0.027 0.054,0.063-0.052,0.018 0.065,-0.023 0.193,0.046 0.048,0.016 0.234,0.065 0.105,0.082-0.146,0.045-0.029,0.040-0.032,0.034-0.034,0.036-0.175,0.018-0.020,0.014 0.262,0.020-0.033,0.011-0.187,0.008-0.062,0.003-0.120,0.003 0.044,0.003 0.175,0.001 0.030,-0.002 0.088,-0.000 0.122,-0.002 0.120,-0.002 0.112,0.074 0.435,0.112-0.079,0.041-0.594,0.138 0.010,0.195 0.252,0.098 0.089,-0.121-0.397,0.049 0.007,0.611 0.954,0.192 0.089,-0.150-0.419,0.153 0.060,0.206-0.001,0.237-0.048,0.198-0.075,0.164-0.094,-0.141-0.277,0.153-0.043,0.503 0.141,0.146-0.070,0.408 0.033,-0.073-0.193,-1.149-0.538,-0.091-0.093,0.765 0.141,-0.251-0.191,0.042-0.115,-0.442-0.190,-0.417-0.146,-0.423-0.107,-0.065-0.056,0.113-0.050,-0.116-0.034,-0.114-0.017,-0.414 0.021,-0.043 0.000,0.143-0.010,-0.005 0.005,-0.025-0.036,0.101-0.073,0.057-0.116,0.024-0.139,-0.132-0.136,-0.042-0.246,0.110-0.606,-0.113-0.289,-0.175 0.088,-0.094-0.018,-0.122 0.125,-0.063-0.131,-0.016-0.648,-0.078-0.108,-0.075 0.445,-0.032-0.120,-0.026-1.096,-0.037-0.089,-0.012 0.953,-0.008-0.040,-0.080-0.332,-0.122 0.054,-0.124 0.115,-0.117 0.152,-0.082 0.334,-0.173-0.024,-0.356-0.287,-0.249 0.041,-0.369-0.233,-0.097 0.067,0.113 0.421,-0.099 0.203,-0.082 0.182,-0.065 0.161,0.185 0.271,-0.071 0.053,-0.554-0.193,0.056 0.172,0.347 0.278,0.110 0.146,0.322 0.201,0.086 0.100,-0.076 0.054,0.140 0.103,0.072 0.081,0.154 0.079,0.140 0.062,0.125 0.047,0.077 0.031,-0.040 0.021,0.098 0.006,0.003 0.007,-0.286 0.017,-0.106 0.000,0.215-0.015,-0.032-0.004,-0.043 0.033,-0.050 0.057,-0.449 0.130,-0.160 0.078,-0.069 0.151,-0.004 0.193,0.042 0.088,0.069 0.015,0.446-0.143,0.108 0.054,-0.169 0.286,0.107 0.058,0.335-0.172,0.091 0.084,-1.599 6.507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776.000 414.000,'0.098'-0.027,"0.148"-0.040,0.167-0.045,0.160-0.045,0.145-0.039,0.122-0.033,0.095-0.026,0.074-0.020,0.052-0.014,0.034-0.010,-0.220-0.001,0.131-0.140,0.258-0.149,0.337-0.150,0.329-0.165,0.308-0.169,0.350-0.094,0.363-0.036,0.330 0.032,0.294 0.078,0.300 0.012,0.289-0.034,0.294 0.028,0.280 0.071,0.922-0.062,0.242 0.049,-1.137 0.232,0.248-0.024,1.051-0.101,0.283 0.055,0.233 0.080,0.185 0.094,0.237 0.100,0.262 0.098,0.294-0.023,0.299-0.112,0.221-0.048,0.153-0.003,0.051 0.029,-0.025 0.053,0.787 0.008,-0.437 0.090,-2.095 0.168,-0.065 0.052,-0.029 0.051,0.000 0.045,1.038 0.028,0.159 0.045,0.999 0.034,-0.124 0.036,-0.939 0.050,0.120 0.056,0.170 0.083,0.200 0.100,0.259 0.154,0.286 0.184,-0.847 0.007,0.269 0.037,1.524 0.122,0.315 0.011,1.346 0.058,-0.172-0.073,-1.412-0.110,-0.162-0.002,0.829 0.099,-0.492 0.029,-2.639-0.186,-0.515-0.031,0.273 0.019,-0.664-0.066,0.745 0.038,-1.380-0.124,-1.291-0.110,-1.120-0.094,-0.920-0.074,-0.720-0.059,-0.536-0.041,-0.379-0.029,-0.249-0.018,-0.148-0.010,-0.076-0.005,-0.022 0.000,0.068 0.008,0.180 0.001,0.073 0.040,0.110 0.064,0.444 0.127,0.126 0.042,-0.327-0.072,0.001-0.004,0.126 0.037,0.009 0.022,4.059 1.306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units="cm"/>
          <inkml:channel name="Y" type="integer" units="cm"/>
        </inkml:traceFormat>
        <inkml:channelProperties>
          <inkml:channelProperty channel="X" name="resolution" value="28.3464566929134" units="1/cm"/>
          <inkml:channelProperty channel="Y" name="resolution" value="28.3464566929134" units="1/cm"/>
        </inkml:channelProperties>
      </inkml:inkSource>
      <inkml:timestamp xml:id="ts0" timeString="2026-09-01T11:59:10"/>
    </inkml:context>
    <inkml:brush xml:id="br0">
      <inkml:brushProperty name="width" value="0.05292" units="cm"/>
      <inkml:brushProperty name="height" value="0.05292" units="cm"/>
      <inkml:brushProperty name="color" value="#ff0000"/>
      <inkml:brushProperty name="ignorePressure" value="0"/>
    </inkml:brush>
  </inkml:definitions>
  <inkml:trace contextRef="#ctx0" brushRef="#br0">1201.000 379.000,'0.028'0.000,"0.043"0.000,0.049 0.000,0.051 0.000,0.046 0.000,0.041 0.000,0.034 0.000,0.026 0.000,0.021 0.000,0.015 0.000,0.010 0.000,-0.070 0.000,0.077 0.000,0.322 0.141,0.371 0.236,0.464 0.266,0.192 0.141,-0.150-0.020,0.335 0.215,1.517 0.823,0.528 0.272,-0.689-0.330,-0.012 0.049,-0.019-0.003,-0.024-0.039,0.881 0.452,-0.556-0.315,-0.651-0.355,-0.649-0.347,-0.593-0.310,-0.502-0.262,-0.405-0.208,-0.310-0.158,-0.225-0.113,-0.152-0.076,-0.098-0.047,-0.052-0.026,-0.024-0.009,-0.001 0.000,0.009 0.007,0.018 0.009,0.020 0.012,0.018 0.009,0.019 0.009,0.014 0.009,0.012 0.005,0.009 0.005,0.006 0.003,0.006 0.003,0.001 0.000,0.003 0.002,-0.001 0.000,0.001-0.001,-0.000 0.001,-0.001-0.001,-0.001-0.000,0.000-0.001,-0.000 0.001,-0.001-0.001,-0.001 0.000,0.001 0.000,-0.001-0.001,0.000 0.001,0.000 0.000,0.000-0.001,-0.001 0.001,0.001-0.001,-0.059 0.049,-0.097 0.092,-0.239 0.020,-0.376 0.018,-0.004-0.041,-0.199 0.020,-1.455 0.165,-0.778-0.009,1.096-0.156,-0.184-0.015,-1.542 0.058,-0.248-0.039,0.350-0.008,-0.064 0.050,-0.484 0.060,0.070 0.001,0.681-0.048,0.294-0.023,-8.868 0.652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customXml" Target="../ink/ink5.xml"/><Relationship Id="rId8" Type="http://schemas.openxmlformats.org/officeDocument/2006/relationships/image" Target="../media/image4.png"/><Relationship Id="rId70" Type="http://schemas.openxmlformats.org/officeDocument/2006/relationships/notesSlide" Target="../notesSlides/notesSlide6.xml"/><Relationship Id="rId7" Type="http://schemas.openxmlformats.org/officeDocument/2006/relationships/customXml" Target="../ink/ink4.xml"/><Relationship Id="rId69" Type="http://schemas.openxmlformats.org/officeDocument/2006/relationships/slideLayout" Target="../slideLayouts/slideLayout1.xml"/><Relationship Id="rId68" Type="http://schemas.openxmlformats.org/officeDocument/2006/relationships/image" Target="../media/image34.png"/><Relationship Id="rId67" Type="http://schemas.openxmlformats.org/officeDocument/2006/relationships/customXml" Target="../ink/ink34.xml"/><Relationship Id="rId66" Type="http://schemas.openxmlformats.org/officeDocument/2006/relationships/image" Target="../media/image33.png"/><Relationship Id="rId65" Type="http://schemas.openxmlformats.org/officeDocument/2006/relationships/customXml" Target="../ink/ink33.xml"/><Relationship Id="rId64" Type="http://schemas.openxmlformats.org/officeDocument/2006/relationships/image" Target="../media/image32.png"/><Relationship Id="rId63" Type="http://schemas.openxmlformats.org/officeDocument/2006/relationships/customXml" Target="../ink/ink32.xml"/><Relationship Id="rId62" Type="http://schemas.openxmlformats.org/officeDocument/2006/relationships/image" Target="../media/image31.png"/><Relationship Id="rId61" Type="http://schemas.openxmlformats.org/officeDocument/2006/relationships/customXml" Target="../ink/ink31.xml"/><Relationship Id="rId60" Type="http://schemas.openxmlformats.org/officeDocument/2006/relationships/image" Target="../media/image30.png"/><Relationship Id="rId6" Type="http://schemas.openxmlformats.org/officeDocument/2006/relationships/image" Target="../media/image3.png"/><Relationship Id="rId59" Type="http://schemas.openxmlformats.org/officeDocument/2006/relationships/customXml" Target="../ink/ink30.xml"/><Relationship Id="rId58" Type="http://schemas.openxmlformats.org/officeDocument/2006/relationships/image" Target="../media/image29.png"/><Relationship Id="rId57" Type="http://schemas.openxmlformats.org/officeDocument/2006/relationships/customXml" Target="../ink/ink29.xml"/><Relationship Id="rId56" Type="http://schemas.openxmlformats.org/officeDocument/2006/relationships/image" Target="../media/image28.png"/><Relationship Id="rId55" Type="http://schemas.openxmlformats.org/officeDocument/2006/relationships/customXml" Target="../ink/ink28.xml"/><Relationship Id="rId54" Type="http://schemas.openxmlformats.org/officeDocument/2006/relationships/image" Target="../media/image27.png"/><Relationship Id="rId53" Type="http://schemas.openxmlformats.org/officeDocument/2006/relationships/customXml" Target="../ink/ink27.xml"/><Relationship Id="rId52" Type="http://schemas.openxmlformats.org/officeDocument/2006/relationships/image" Target="../media/image26.png"/><Relationship Id="rId51" Type="http://schemas.openxmlformats.org/officeDocument/2006/relationships/customXml" Target="../ink/ink26.xml"/><Relationship Id="rId50" Type="http://schemas.openxmlformats.org/officeDocument/2006/relationships/image" Target="../media/image25.png"/><Relationship Id="rId5" Type="http://schemas.openxmlformats.org/officeDocument/2006/relationships/customXml" Target="../ink/ink3.xml"/><Relationship Id="rId49" Type="http://schemas.openxmlformats.org/officeDocument/2006/relationships/customXml" Target="../ink/ink25.xml"/><Relationship Id="rId48" Type="http://schemas.openxmlformats.org/officeDocument/2006/relationships/image" Target="../media/image24.png"/><Relationship Id="rId47" Type="http://schemas.openxmlformats.org/officeDocument/2006/relationships/customXml" Target="../ink/ink24.xml"/><Relationship Id="rId46" Type="http://schemas.openxmlformats.org/officeDocument/2006/relationships/image" Target="../media/image23.png"/><Relationship Id="rId45" Type="http://schemas.openxmlformats.org/officeDocument/2006/relationships/customXml" Target="../ink/ink23.xml"/><Relationship Id="rId44" Type="http://schemas.openxmlformats.org/officeDocument/2006/relationships/image" Target="../media/image22.png"/><Relationship Id="rId43" Type="http://schemas.openxmlformats.org/officeDocument/2006/relationships/customXml" Target="../ink/ink22.xml"/><Relationship Id="rId42" Type="http://schemas.openxmlformats.org/officeDocument/2006/relationships/image" Target="../media/image21.png"/><Relationship Id="rId41" Type="http://schemas.openxmlformats.org/officeDocument/2006/relationships/customXml" Target="../ink/ink21.xml"/><Relationship Id="rId40" Type="http://schemas.openxmlformats.org/officeDocument/2006/relationships/image" Target="../media/image20.png"/><Relationship Id="rId4" Type="http://schemas.openxmlformats.org/officeDocument/2006/relationships/image" Target="../media/image2.png"/><Relationship Id="rId39" Type="http://schemas.openxmlformats.org/officeDocument/2006/relationships/customXml" Target="../ink/ink20.xml"/><Relationship Id="rId38" Type="http://schemas.openxmlformats.org/officeDocument/2006/relationships/image" Target="../media/image19.png"/><Relationship Id="rId37" Type="http://schemas.openxmlformats.org/officeDocument/2006/relationships/customXml" Target="../ink/ink19.xml"/><Relationship Id="rId36" Type="http://schemas.openxmlformats.org/officeDocument/2006/relationships/image" Target="../media/image18.png"/><Relationship Id="rId35" Type="http://schemas.openxmlformats.org/officeDocument/2006/relationships/customXml" Target="../ink/ink18.xml"/><Relationship Id="rId34" Type="http://schemas.openxmlformats.org/officeDocument/2006/relationships/image" Target="../media/image17.png"/><Relationship Id="rId33" Type="http://schemas.openxmlformats.org/officeDocument/2006/relationships/customXml" Target="../ink/ink17.xml"/><Relationship Id="rId32" Type="http://schemas.openxmlformats.org/officeDocument/2006/relationships/image" Target="../media/image16.png"/><Relationship Id="rId31" Type="http://schemas.openxmlformats.org/officeDocument/2006/relationships/customXml" Target="../ink/ink16.xml"/><Relationship Id="rId30" Type="http://schemas.openxmlformats.org/officeDocument/2006/relationships/image" Target="../media/image15.png"/><Relationship Id="rId3" Type="http://schemas.openxmlformats.org/officeDocument/2006/relationships/customXml" Target="../ink/ink2.xml"/><Relationship Id="rId29" Type="http://schemas.openxmlformats.org/officeDocument/2006/relationships/customXml" Target="../ink/ink15.xml"/><Relationship Id="rId28" Type="http://schemas.openxmlformats.org/officeDocument/2006/relationships/image" Target="../media/image14.png"/><Relationship Id="rId27" Type="http://schemas.openxmlformats.org/officeDocument/2006/relationships/customXml" Target="../ink/ink14.xml"/><Relationship Id="rId26" Type="http://schemas.openxmlformats.org/officeDocument/2006/relationships/image" Target="../media/image13.png"/><Relationship Id="rId25" Type="http://schemas.openxmlformats.org/officeDocument/2006/relationships/customXml" Target="../ink/ink13.xml"/><Relationship Id="rId24" Type="http://schemas.openxmlformats.org/officeDocument/2006/relationships/image" Target="../media/image12.png"/><Relationship Id="rId23" Type="http://schemas.openxmlformats.org/officeDocument/2006/relationships/customXml" Target="../ink/ink12.xml"/><Relationship Id="rId22" Type="http://schemas.openxmlformats.org/officeDocument/2006/relationships/image" Target="../media/image11.png"/><Relationship Id="rId21" Type="http://schemas.openxmlformats.org/officeDocument/2006/relationships/customXml" Target="../ink/ink11.xml"/><Relationship Id="rId20" Type="http://schemas.openxmlformats.org/officeDocument/2006/relationships/image" Target="../media/image10.png"/><Relationship Id="rId2" Type="http://schemas.openxmlformats.org/officeDocument/2006/relationships/image" Target="../media/image1.png"/><Relationship Id="rId19" Type="http://schemas.openxmlformats.org/officeDocument/2006/relationships/customXml" Target="../ink/ink10.xml"/><Relationship Id="rId18" Type="http://schemas.openxmlformats.org/officeDocument/2006/relationships/image" Target="../media/image9.png"/><Relationship Id="rId17" Type="http://schemas.openxmlformats.org/officeDocument/2006/relationships/customXml" Target="../ink/ink9.xml"/><Relationship Id="rId16" Type="http://schemas.openxmlformats.org/officeDocument/2006/relationships/image" Target="../media/image8.png"/><Relationship Id="rId15" Type="http://schemas.openxmlformats.org/officeDocument/2006/relationships/customXml" Target="../ink/ink8.xml"/><Relationship Id="rId14" Type="http://schemas.openxmlformats.org/officeDocument/2006/relationships/image" Target="../media/image7.png"/><Relationship Id="rId13" Type="http://schemas.openxmlformats.org/officeDocument/2006/relationships/customXml" Target="../ink/ink7.xml"/><Relationship Id="rId12" Type="http://schemas.openxmlformats.org/officeDocument/2006/relationships/image" Target="../media/image6.png"/><Relationship Id="rId11" Type="http://schemas.openxmlformats.org/officeDocument/2006/relationships/customXml" Target="../ink/ink6.xml"/><Relationship Id="rId10" Type="http://schemas.openxmlformats.org/officeDocument/2006/relationships/image" Target="../media/image5.png"/><Relationship Id="rId1" Type="http://schemas.openxmlformats.org/officeDocument/2006/relationships/customXml" Target="../ink/ink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9418320" y="4206240"/>
            <a:ext cx="3840480" cy="3840480"/>
          </a:xfrm>
          <a:prstGeom prst="ellipse">
            <a:avLst/>
          </a:prstGeom>
          <a:solidFill>
            <a:srgbClr val="141B47"/>
          </a:solidFill>
        </p:spPr>
      </p:sp>
      <p:sp>
        <p:nvSpPr>
          <p:cNvPr id="3" name="Shape 1"/>
          <p:cNvSpPr>
            <a:spLocks noGrp="1"/>
          </p:cNvSpPr>
          <p:nvPr/>
        </p:nvSpPr>
        <p:spPr>
          <a:xfrm>
            <a:off x="10149840" y="4937760"/>
            <a:ext cx="2377440" cy="2377440"/>
          </a:xfrm>
          <a:prstGeom prst="ellipse">
            <a:avLst/>
          </a:prstGeom>
          <a:solidFill>
            <a:srgbClr val="F2A93B">
              <a:alpha val="15000"/>
            </a:srgbClr>
          </a:solidFill>
        </p:spPr>
      </p:sp>
      <p:sp>
        <p:nvSpPr>
          <p:cNvPr id="4" name="Text 2"/>
          <p:cNvSpPr>
            <a:spLocks noGrp="1"/>
          </p:cNvSpPr>
          <p:nvPr/>
        </p:nvSpPr>
        <p:spPr>
          <a:xfrm>
            <a:off x="640080" y="196596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b="1" spc="3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</a:t>
            </a:r>
            <a:endParaRPr sz="1500" b="1" kern="0" spc="3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5" name="Text 3"/>
          <p:cNvSpPr>
            <a:spLocks noGrp="1"/>
          </p:cNvSpPr>
          <p:nvPr/>
        </p:nvSpPr>
        <p:spPr>
          <a:xfrm>
            <a:off x="594360" y="2331720"/>
            <a:ext cx="9601200" cy="11887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4400" b="1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Agenda</a:t>
            </a:r>
            <a:endParaRPr sz="4400" b="1">
              <a:solidFill>
                <a:srgbClr val="FFFFFF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640080" y="3429000"/>
            <a:ext cx="9144000" cy="5486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2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What this course is (or not) about</a:t>
            </a:r>
            <a:endParaRPr sz="2200">
              <a:solidFill>
                <a:srgbClr val="CADCFC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AAB2D5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|  ÉSTIAM  |  Day 1</a:t>
            </a:r>
            <a:endParaRPr sz="100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Syllabus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8229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What we'll se</a:t>
            </a: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e </a:t>
            </a:r>
            <a:endParaRPr sz="32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94360" y="1810512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5" name="Text 3"/>
          <p:cNvSpPr>
            <a:spLocks noGrp="1"/>
          </p:cNvSpPr>
          <p:nvPr/>
        </p:nvSpPr>
        <p:spPr>
          <a:xfrm>
            <a:off x="594360" y="1810512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1</a:t>
            </a:r>
            <a:endParaRPr sz="14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1143000" y="1764792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Develop Azure computing solutions</a:t>
            </a:r>
            <a:r>
              <a:rPr sz="1600"/>
              <a:t> (Containerized solutions, App Services, Azure Functions)</a:t>
            </a:r>
            <a:endParaRPr sz="16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2</a:t>
            </a:r>
            <a:endParaRPr sz="1400"/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1143000" y="242316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Develop for Azure Storage</a:t>
            </a:r>
            <a:r>
              <a:rPr sz="1600"/>
              <a:t>  (Azure Cosmos DB, Azure Blob Storage)</a:t>
            </a:r>
            <a:endParaRPr sz="1600"/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594360" y="3127248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594360" y="3127248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3</a:t>
            </a:r>
            <a:endParaRPr sz="1400"/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1143000" y="3081528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Implement Azure Security</a:t>
            </a:r>
            <a:r>
              <a:rPr sz="1600"/>
              <a:t> (User AuthN and User AuthZ, Secure Azure Solutions)</a:t>
            </a:r>
            <a:endParaRPr sz="1600"/>
          </a:p>
        </p:txBody>
      </p:sp>
      <p:sp>
        <p:nvSpPr>
          <p:cNvPr id="13" name="Shape 11"/>
          <p:cNvSpPr>
            <a:spLocks noGrp="1"/>
          </p:cNvSpPr>
          <p:nvPr/>
        </p:nvSpPr>
        <p:spPr>
          <a:xfrm>
            <a:off x="594360" y="3785616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4" name="Text 12"/>
          <p:cNvSpPr>
            <a:spLocks noGrp="1"/>
          </p:cNvSpPr>
          <p:nvPr/>
        </p:nvSpPr>
        <p:spPr>
          <a:xfrm>
            <a:off x="594360" y="3785616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4</a:t>
            </a:r>
            <a:endParaRPr sz="1400"/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1143000" y="3739896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Monitor, troubleshoot and optimize Azure solutions</a:t>
            </a:r>
            <a:r>
              <a:rPr sz="1600"/>
              <a:t> (Caching and Application Insights)</a:t>
            </a:r>
            <a:endParaRPr sz="1600"/>
          </a:p>
        </p:txBody>
      </p:sp>
      <p:sp>
        <p:nvSpPr>
          <p:cNvPr id="16" name="Shape 14"/>
          <p:cNvSpPr>
            <a:spLocks noGrp="1"/>
          </p:cNvSpPr>
          <p:nvPr/>
        </p:nvSpPr>
        <p:spPr>
          <a:xfrm>
            <a:off x="594360" y="4443984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7" name="Text 15"/>
          <p:cNvSpPr>
            <a:spLocks noGrp="1"/>
          </p:cNvSpPr>
          <p:nvPr/>
        </p:nvSpPr>
        <p:spPr>
          <a:xfrm>
            <a:off x="594360" y="4443984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5</a:t>
            </a:r>
            <a:endParaRPr sz="1400"/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1143000" y="4398264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Connect and consume Azure services and third-party services</a:t>
            </a:r>
            <a:r>
              <a:rPr sz="1600"/>
              <a:t> (API Management, Events, Message)</a:t>
            </a:r>
            <a:endParaRPr sz="1600"/>
          </a:p>
        </p:txBody>
      </p:sp>
      <p:sp>
        <p:nvSpPr>
          <p:cNvPr id="19" name="Shape 17"/>
          <p:cNvSpPr>
            <a:spLocks noGrp="1"/>
          </p:cNvSpPr>
          <p:nvPr/>
        </p:nvSpPr>
        <p:spPr>
          <a:xfrm>
            <a:off x="594360" y="5102352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20" name="Text 18"/>
          <p:cNvSpPr>
            <a:spLocks noGrp="1"/>
          </p:cNvSpPr>
          <p:nvPr/>
        </p:nvSpPr>
        <p:spPr>
          <a:xfrm>
            <a:off x="594360" y="5102352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6</a:t>
            </a:r>
            <a:endParaRPr sz="1400"/>
          </a:p>
        </p:txBody>
      </p:sp>
      <p:sp>
        <p:nvSpPr>
          <p:cNvPr id="21" name="Text 19"/>
          <p:cNvSpPr>
            <a:spLocks noGrp="1"/>
          </p:cNvSpPr>
          <p:nvPr/>
        </p:nvSpPr>
        <p:spPr>
          <a:xfrm>
            <a:off x="1143000" y="5056632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ChatGPT Prompt Engineering</a:t>
            </a:r>
            <a:r>
              <a:rPr sz="1600"/>
              <a:t> (LLM, Prompting, Chatbot)</a:t>
            </a:r>
            <a:endParaRPr sz="1600"/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6B72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|  ÉSTIAM  |  Day 1</a:t>
            </a:r>
            <a:endParaRPr sz="1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Syllabus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8229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What we</a:t>
            </a: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 won’t</a:t>
            </a: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 se</a:t>
            </a: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e </a:t>
            </a:r>
            <a:endParaRPr sz="32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94360" y="1810512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5" name="Text 3"/>
          <p:cNvSpPr>
            <a:spLocks noGrp="1"/>
          </p:cNvSpPr>
          <p:nvPr/>
        </p:nvSpPr>
        <p:spPr>
          <a:xfrm>
            <a:off x="594360" y="1810512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1</a:t>
            </a:r>
            <a:endParaRPr sz="14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1143000" y="1764792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Programming Techniques</a:t>
            </a:r>
            <a:endParaRPr sz="16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2</a:t>
            </a:r>
            <a:endParaRPr sz="1400"/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1143000" y="242316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Docker / Kubernets in-depth</a:t>
            </a:r>
            <a:endParaRPr sz="1600"/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594360" y="3127248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594360" y="3127248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3</a:t>
            </a:r>
            <a:endParaRPr sz="1400"/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1143000" y="3081528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End User AuthN / AuthZ</a:t>
            </a:r>
            <a:endParaRPr sz="1600"/>
          </a:p>
        </p:txBody>
      </p:sp>
      <p:sp>
        <p:nvSpPr>
          <p:cNvPr id="13" name="Shape 11"/>
          <p:cNvSpPr>
            <a:spLocks noGrp="1"/>
          </p:cNvSpPr>
          <p:nvPr/>
        </p:nvSpPr>
        <p:spPr>
          <a:xfrm>
            <a:off x="594360" y="3785616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4" name="Text 12"/>
          <p:cNvSpPr>
            <a:spLocks noGrp="1"/>
          </p:cNvSpPr>
          <p:nvPr/>
        </p:nvSpPr>
        <p:spPr>
          <a:xfrm>
            <a:off x="594360" y="3785616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4</a:t>
            </a:r>
            <a:endParaRPr sz="1400"/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1143000" y="3739896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C#, ASP.net, dotnet, in-depth</a:t>
            </a:r>
            <a:endParaRPr sz="1600"/>
          </a:p>
        </p:txBody>
      </p:sp>
      <p:sp>
        <p:nvSpPr>
          <p:cNvPr id="16" name="Shape 14"/>
          <p:cNvSpPr>
            <a:spLocks noGrp="1"/>
          </p:cNvSpPr>
          <p:nvPr/>
        </p:nvSpPr>
        <p:spPr>
          <a:xfrm>
            <a:off x="594360" y="4443984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7" name="Text 15"/>
          <p:cNvSpPr>
            <a:spLocks noGrp="1"/>
          </p:cNvSpPr>
          <p:nvPr/>
        </p:nvSpPr>
        <p:spPr>
          <a:xfrm>
            <a:off x="594360" y="4443984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5</a:t>
            </a:r>
            <a:endParaRPr sz="1400"/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1143000" y="4398264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600"/>
              <a:t>Other topics out of the scope</a:t>
            </a:r>
            <a:endParaRPr sz="1600"/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6B72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|  ÉSTIAM  |  Day 1</a:t>
            </a:r>
            <a:endParaRPr sz="10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384048"/>
            <a:ext cx="1005840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Time table</a:t>
            </a:r>
            <a:endParaRPr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685800"/>
            <a:ext cx="11064240" cy="8229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How the next 3 days will be</a:t>
            </a:r>
            <a:endParaRPr sz="30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48640" y="1691640"/>
            <a:ext cx="2541905" cy="1779905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5" name="Shape 3"/>
          <p:cNvSpPr>
            <a:spLocks noGrp="1"/>
          </p:cNvSpPr>
          <p:nvPr/>
        </p:nvSpPr>
        <p:spPr>
          <a:xfrm>
            <a:off x="548640" y="1691640"/>
            <a:ext cx="2541905" cy="457835"/>
          </a:xfrm>
          <a:prstGeom prst="roundRect">
            <a:avLst>
              <a:gd name="adj" fmla="val 12000"/>
            </a:avLst>
          </a:prstGeom>
          <a:solidFill>
            <a:srgbClr val="1E2761"/>
          </a:solidFill>
        </p:spPr>
      </p:sp>
      <p:sp>
        <p:nvSpPr>
          <p:cNvPr id="6" name="Text 4"/>
          <p:cNvSpPr>
            <a:spLocks noGrp="1"/>
          </p:cNvSpPr>
          <p:nvPr/>
        </p:nvSpPr>
        <p:spPr>
          <a:xfrm>
            <a:off x="685800" y="1691640"/>
            <a:ext cx="2267585" cy="4425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Day 1</a:t>
            </a:r>
            <a:endParaRPr sz="135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7" name="Text 5"/>
          <p:cNvSpPr>
            <a:spLocks noGrp="1"/>
          </p:cNvSpPr>
          <p:nvPr/>
        </p:nvSpPr>
        <p:spPr>
          <a:xfrm>
            <a:off x="713105" y="2316480"/>
            <a:ext cx="2212975" cy="115506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Containers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App Services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Azure Functions</a:t>
            </a: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5" name="Text 23"/>
          <p:cNvSpPr>
            <a:spLocks noGrp="1"/>
          </p:cNvSpPr>
          <p:nvPr/>
        </p:nvSpPr>
        <p:spPr>
          <a:xfrm>
            <a:off x="457200" y="647395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ACI is not deprecated — it's now a low-level building block, not the default</a:t>
            </a:r>
            <a:endParaRPr sz="1000"/>
          </a:p>
        </p:txBody>
      </p:sp>
      <p:sp>
        <p:nvSpPr>
          <p:cNvPr id="26" name="Text 24"/>
          <p:cNvSpPr>
            <a:spLocks noGrp="1"/>
          </p:cNvSpPr>
          <p:nvPr/>
        </p:nvSpPr>
        <p:spPr>
          <a:xfrm>
            <a:off x="6245352" y="6473952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00">
                <a:solidFill>
                  <a:srgbClr val="5C61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1 · Develop Azure Computing Solutions</a:t>
            </a:r>
            <a:endParaRPr sz="1000"/>
          </a:p>
        </p:txBody>
      </p:sp>
      <p:sp>
        <p:nvSpPr>
          <p:cNvPr id="27" name="Shape 2"/>
          <p:cNvSpPr>
            <a:spLocks noGrp="1"/>
          </p:cNvSpPr>
          <p:nvPr/>
        </p:nvSpPr>
        <p:spPr>
          <a:xfrm>
            <a:off x="548640" y="3700780"/>
            <a:ext cx="2541905" cy="2165985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28" name="Text 5"/>
          <p:cNvSpPr>
            <a:spLocks noGrp="1"/>
          </p:cNvSpPr>
          <p:nvPr/>
        </p:nvSpPr>
        <p:spPr>
          <a:xfrm>
            <a:off x="685800" y="3898900"/>
            <a:ext cx="2212975" cy="16967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2: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Cosmos DB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Blo</a:t>
            </a:r>
            <a:r>
              <a:rPr lang="en-IE"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b</a:t>
            </a: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 Storage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3: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Securing Applications</a:t>
            </a: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1" name="Shape 2"/>
          <p:cNvSpPr>
            <a:spLocks noGrp="1"/>
          </p:cNvSpPr>
          <p:nvPr/>
        </p:nvSpPr>
        <p:spPr>
          <a:xfrm>
            <a:off x="3651885" y="1691640"/>
            <a:ext cx="2541905" cy="2630170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32" name="Shape 3"/>
          <p:cNvSpPr>
            <a:spLocks noGrp="1"/>
          </p:cNvSpPr>
          <p:nvPr/>
        </p:nvSpPr>
        <p:spPr>
          <a:xfrm>
            <a:off x="3651885" y="1691640"/>
            <a:ext cx="2541905" cy="457835"/>
          </a:xfrm>
          <a:prstGeom prst="roundRect">
            <a:avLst>
              <a:gd name="adj" fmla="val 12000"/>
            </a:avLst>
          </a:prstGeom>
          <a:solidFill>
            <a:srgbClr val="1E2761"/>
          </a:solidFill>
        </p:spPr>
      </p:sp>
      <p:sp>
        <p:nvSpPr>
          <p:cNvPr id="33" name="Text 4"/>
          <p:cNvSpPr>
            <a:spLocks noGrp="1"/>
          </p:cNvSpPr>
          <p:nvPr/>
        </p:nvSpPr>
        <p:spPr>
          <a:xfrm>
            <a:off x="3789045" y="1691640"/>
            <a:ext cx="2267585" cy="4425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Day 2</a:t>
            </a:r>
            <a:endParaRPr sz="135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4" name="Text 5"/>
          <p:cNvSpPr>
            <a:spLocks noGrp="1"/>
          </p:cNvSpPr>
          <p:nvPr/>
        </p:nvSpPr>
        <p:spPr>
          <a:xfrm>
            <a:off x="3816350" y="2316480"/>
            <a:ext cx="2212975" cy="198437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4: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Caching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App Insights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5: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API Management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Events / Messages</a:t>
            </a: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  <a:p>
            <a:pPr marL="0" indent="0">
              <a:buNone/>
            </a:pP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7" name="Shape 2"/>
          <p:cNvSpPr>
            <a:spLocks noGrp="1"/>
          </p:cNvSpPr>
          <p:nvPr/>
        </p:nvSpPr>
        <p:spPr>
          <a:xfrm>
            <a:off x="3651885" y="4550410"/>
            <a:ext cx="2541905" cy="1320165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38" name="Text 5"/>
          <p:cNvSpPr>
            <a:spLocks noGrp="1"/>
          </p:cNvSpPr>
          <p:nvPr/>
        </p:nvSpPr>
        <p:spPr>
          <a:xfrm>
            <a:off x="3817620" y="4739640"/>
            <a:ext cx="2212975" cy="941705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Module 6: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LLM fundamentals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Prompting</a:t>
            </a:r>
            <a:b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r>
              <a:rPr sz="1250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- Custom Chat Bot</a:t>
            </a: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9" name="Shape 2"/>
          <p:cNvSpPr>
            <a:spLocks noGrp="1"/>
          </p:cNvSpPr>
          <p:nvPr/>
        </p:nvSpPr>
        <p:spPr>
          <a:xfrm>
            <a:off x="6919595" y="1691640"/>
            <a:ext cx="2541905" cy="2230755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40" name="Shape 3"/>
          <p:cNvSpPr>
            <a:spLocks noGrp="1"/>
          </p:cNvSpPr>
          <p:nvPr/>
        </p:nvSpPr>
        <p:spPr>
          <a:xfrm>
            <a:off x="6919595" y="1691640"/>
            <a:ext cx="2541905" cy="457835"/>
          </a:xfrm>
          <a:prstGeom prst="roundRect">
            <a:avLst>
              <a:gd name="adj" fmla="val 12000"/>
            </a:avLst>
          </a:prstGeom>
          <a:solidFill>
            <a:srgbClr val="1E2761"/>
          </a:solidFill>
        </p:spPr>
      </p:sp>
      <p:sp>
        <p:nvSpPr>
          <p:cNvPr id="41" name="Text 4"/>
          <p:cNvSpPr>
            <a:spLocks noGrp="1"/>
          </p:cNvSpPr>
          <p:nvPr/>
        </p:nvSpPr>
        <p:spPr>
          <a:xfrm>
            <a:off x="7056755" y="1691640"/>
            <a:ext cx="2267585" cy="44259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350" b="1">
                <a:solidFill>
                  <a:srgbClr val="FFFFFF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Day 3</a:t>
            </a:r>
            <a:endParaRPr sz="1350" b="1">
              <a:solidFill>
                <a:srgbClr val="FFFFFF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2" name="Text 5"/>
          <p:cNvSpPr>
            <a:spLocks noGrp="1"/>
          </p:cNvSpPr>
          <p:nvPr/>
        </p:nvSpPr>
        <p:spPr>
          <a:xfrm>
            <a:off x="7111365" y="2415540"/>
            <a:ext cx="2212975" cy="792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Main Project</a:t>
            </a: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43" name="Shape 2"/>
          <p:cNvSpPr>
            <a:spLocks noGrp="1"/>
          </p:cNvSpPr>
          <p:nvPr/>
        </p:nvSpPr>
        <p:spPr>
          <a:xfrm>
            <a:off x="6919595" y="4114165"/>
            <a:ext cx="2541905" cy="1755140"/>
          </a:xfrm>
          <a:prstGeom prst="roundRect">
            <a:avLst>
              <a:gd name="adj" fmla="val 3237"/>
            </a:avLst>
          </a:prstGeom>
          <a:solidFill>
            <a:srgbClr val="CADCFC"/>
          </a:solidFill>
        </p:spPr>
      </p:sp>
      <p:sp>
        <p:nvSpPr>
          <p:cNvPr id="44" name="Text 5"/>
          <p:cNvSpPr>
            <a:spLocks noGrp="1"/>
          </p:cNvSpPr>
          <p:nvPr/>
        </p:nvSpPr>
        <p:spPr>
          <a:xfrm>
            <a:off x="7056755" y="4311650"/>
            <a:ext cx="2212975" cy="3200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marL="0" indent="0">
              <a:buNone/>
            </a:pPr>
            <a: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Assessment</a:t>
            </a:r>
            <a:br>
              <a:rPr sz="1250" b="1">
                <a:solidFill>
                  <a:srgbClr val="22223A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</a:br>
            <a:endParaRPr sz="1250">
              <a:solidFill>
                <a:srgbClr val="22223A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0"/>
          <p:cNvSpPr>
            <a:spLocks noGrp="1"/>
          </p:cNvSpPr>
          <p:nvPr/>
        </p:nvSpPr>
        <p:spPr>
          <a:xfrm>
            <a:off x="548640" y="457200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IE" sz="1300" b="1" spc="200">
                <a:solidFill>
                  <a:srgbClr val="F2A93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Tools</a:t>
            </a:r>
            <a:endParaRPr lang="en-IE" sz="1300" b="1" kern="0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3" name="Text 1"/>
          <p:cNvSpPr>
            <a:spLocks noGrp="1"/>
          </p:cNvSpPr>
          <p:nvPr/>
        </p:nvSpPr>
        <p:spPr>
          <a:xfrm>
            <a:off x="548640" y="822960"/>
            <a:ext cx="100584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What we </a:t>
            </a:r>
            <a:r>
              <a:rPr lang="en-IE" sz="3200" b="1">
                <a:solidFill>
                  <a:srgbClr val="1E2761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need</a:t>
            </a:r>
            <a:endParaRPr lang="en-IE" sz="3200"/>
          </a:p>
        </p:txBody>
      </p:sp>
      <p:sp>
        <p:nvSpPr>
          <p:cNvPr id="4" name="Shape 2"/>
          <p:cNvSpPr>
            <a:spLocks noGrp="1"/>
          </p:cNvSpPr>
          <p:nvPr/>
        </p:nvSpPr>
        <p:spPr>
          <a:xfrm>
            <a:off x="594360" y="1810512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5" name="Text 3"/>
          <p:cNvSpPr>
            <a:spLocks noGrp="1"/>
          </p:cNvSpPr>
          <p:nvPr/>
        </p:nvSpPr>
        <p:spPr>
          <a:xfrm>
            <a:off x="594360" y="1810512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1</a:t>
            </a:r>
            <a:endParaRPr sz="1400"/>
          </a:p>
        </p:txBody>
      </p:sp>
      <p:sp>
        <p:nvSpPr>
          <p:cNvPr id="6" name="Text 4"/>
          <p:cNvSpPr>
            <a:spLocks noGrp="1"/>
          </p:cNvSpPr>
          <p:nvPr/>
        </p:nvSpPr>
        <p:spPr>
          <a:xfrm>
            <a:off x="1143000" y="1764792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IE" sz="1600"/>
              <a:t>Docker Desktop</a:t>
            </a:r>
            <a:endParaRPr lang="en-IE" sz="1600"/>
          </a:p>
        </p:txBody>
      </p:sp>
      <p:sp>
        <p:nvSpPr>
          <p:cNvPr id="7" name="Shape 5"/>
          <p:cNvSpPr>
            <a:spLocks noGrp="1"/>
          </p:cNvSpPr>
          <p:nvPr/>
        </p:nvSpPr>
        <p:spPr>
          <a:xfrm>
            <a:off x="594360" y="2468880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8" name="Text 6"/>
          <p:cNvSpPr>
            <a:spLocks noGrp="1"/>
          </p:cNvSpPr>
          <p:nvPr/>
        </p:nvSpPr>
        <p:spPr>
          <a:xfrm>
            <a:off x="594360" y="2468880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2</a:t>
            </a:r>
            <a:endParaRPr sz="1400"/>
          </a:p>
        </p:txBody>
      </p:sp>
      <p:sp>
        <p:nvSpPr>
          <p:cNvPr id="9" name="Text 7"/>
          <p:cNvSpPr>
            <a:spLocks noGrp="1"/>
          </p:cNvSpPr>
          <p:nvPr/>
        </p:nvSpPr>
        <p:spPr>
          <a:xfrm>
            <a:off x="1143000" y="2423160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IE" sz="1600"/>
              <a:t>VS Code + Extensions</a:t>
            </a:r>
            <a:endParaRPr lang="en-IE" sz="1600"/>
          </a:p>
        </p:txBody>
      </p:sp>
      <p:sp>
        <p:nvSpPr>
          <p:cNvPr id="10" name="Shape 8"/>
          <p:cNvSpPr>
            <a:spLocks noGrp="1"/>
          </p:cNvSpPr>
          <p:nvPr/>
        </p:nvSpPr>
        <p:spPr>
          <a:xfrm>
            <a:off x="594360" y="3127248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1" name="Text 9"/>
          <p:cNvSpPr>
            <a:spLocks noGrp="1"/>
          </p:cNvSpPr>
          <p:nvPr/>
        </p:nvSpPr>
        <p:spPr>
          <a:xfrm>
            <a:off x="594360" y="3127248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3</a:t>
            </a:r>
            <a:endParaRPr sz="1400"/>
          </a:p>
        </p:txBody>
      </p:sp>
      <p:sp>
        <p:nvSpPr>
          <p:cNvPr id="12" name="Text 10"/>
          <p:cNvSpPr>
            <a:spLocks noGrp="1"/>
          </p:cNvSpPr>
          <p:nvPr/>
        </p:nvSpPr>
        <p:spPr>
          <a:xfrm>
            <a:off x="1143000" y="3081528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IE" sz="1600"/>
              <a:t>Dotnet SDK 8+</a:t>
            </a:r>
            <a:endParaRPr lang="en-IE" sz="1600"/>
          </a:p>
        </p:txBody>
      </p:sp>
      <p:sp>
        <p:nvSpPr>
          <p:cNvPr id="13" name="Shape 11"/>
          <p:cNvSpPr>
            <a:spLocks noGrp="1"/>
          </p:cNvSpPr>
          <p:nvPr/>
        </p:nvSpPr>
        <p:spPr>
          <a:xfrm>
            <a:off x="594360" y="3785616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4" name="Text 12"/>
          <p:cNvSpPr>
            <a:spLocks noGrp="1"/>
          </p:cNvSpPr>
          <p:nvPr/>
        </p:nvSpPr>
        <p:spPr>
          <a:xfrm>
            <a:off x="594360" y="3785616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4</a:t>
            </a:r>
            <a:endParaRPr sz="1400"/>
          </a:p>
        </p:txBody>
      </p:sp>
      <p:sp>
        <p:nvSpPr>
          <p:cNvPr id="15" name="Text 13"/>
          <p:cNvSpPr>
            <a:spLocks noGrp="1"/>
          </p:cNvSpPr>
          <p:nvPr/>
        </p:nvSpPr>
        <p:spPr>
          <a:xfrm>
            <a:off x="1143000" y="3739896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IE" sz="1600"/>
              <a:t>Azure CLI</a:t>
            </a:r>
            <a:endParaRPr lang="en-IE" sz="1600"/>
          </a:p>
        </p:txBody>
      </p:sp>
      <p:sp>
        <p:nvSpPr>
          <p:cNvPr id="16" name="Shape 14"/>
          <p:cNvSpPr>
            <a:spLocks noGrp="1"/>
          </p:cNvSpPr>
          <p:nvPr/>
        </p:nvSpPr>
        <p:spPr>
          <a:xfrm>
            <a:off x="594360" y="4443984"/>
            <a:ext cx="329184" cy="329184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17" name="Text 15"/>
          <p:cNvSpPr>
            <a:spLocks noGrp="1"/>
          </p:cNvSpPr>
          <p:nvPr/>
        </p:nvSpPr>
        <p:spPr>
          <a:xfrm>
            <a:off x="594360" y="4443984"/>
            <a:ext cx="329184" cy="32918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400" b="1">
                <a:solidFill>
                  <a:srgbClr val="1E2761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5</a:t>
            </a:r>
            <a:endParaRPr sz="1400"/>
          </a:p>
        </p:txBody>
      </p:sp>
      <p:sp>
        <p:nvSpPr>
          <p:cNvPr id="18" name="Text 16"/>
          <p:cNvSpPr>
            <a:spLocks noGrp="1"/>
          </p:cNvSpPr>
          <p:nvPr/>
        </p:nvSpPr>
        <p:spPr>
          <a:xfrm>
            <a:off x="1143000" y="4398264"/>
            <a:ext cx="96926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lang="en-IE" sz="1600"/>
              <a:t>Azure Function Core Tools</a:t>
            </a:r>
            <a:endParaRPr lang="en-IE" sz="1600"/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6B72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|  ÉSTIAM  |  Day 1</a:t>
            </a:r>
            <a:endParaRPr sz="10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457200"/>
            <a:ext cx="10058400" cy="2000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6A72B"/>
                </a:solidFill>
              </a:defRPr>
            </a:pPr>
            <a:r>
              <a:rPr sz="1200" b="1" spc="200">
                <a:solidFill>
                  <a:srgbClr val="F6A72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THE CATALOG</a:t>
            </a:r>
            <a:endParaRPr sz="1300" b="1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6B72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|  ÉSTIAM  |  Day 1</a:t>
            </a:r>
            <a:endParaRPr sz="1000"/>
          </a:p>
        </p:txBody>
      </p:sp>
      <p:sp>
        <p:nvSpPr>
          <p:cNvPr id="23" name="architecture-title"/>
          <p:cNvSpPr>
            <a:spLocks noGrp="1"/>
          </p:cNvSpPr>
          <p:nvPr/>
        </p:nvSpPr>
        <p:spPr>
          <a:xfrm>
            <a:off x="548640" y="723900"/>
            <a:ext cx="11049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222D68"/>
                </a:solidFill>
              </a:defRPr>
            </a:pPr>
            <a:r>
              <a:rPr sz="3000" b="1">
                <a:solidFill>
                  <a:srgbClr val="222D68"/>
                </a:solidFill>
              </a:rPr>
              <a:t>One application, the full Azure journey</a:t>
            </a:r>
            <a:endParaRPr sz="3000" b="1">
              <a:solidFill>
                <a:srgbClr val="222D68"/>
              </a:solidFill>
            </a:endParaRPr>
          </a:p>
        </p:txBody>
      </p:sp>
      <p:sp>
        <p:nvSpPr>
          <p:cNvPr id="24" name="architecture-subtitle"/>
          <p:cNvSpPr>
            <a:spLocks noGrp="1"/>
          </p:cNvSpPr>
          <p:nvPr/>
        </p:nvSpPr>
        <p:spPr>
          <a:xfrm>
            <a:off x="548640" y="1257300"/>
            <a:ext cx="11049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Every module extends the same system — compute, data, security, observability, integration and AI.</a:t>
            </a:r>
            <a:endParaRPr sz="1350" b="0">
              <a:solidFill>
                <a:srgbClr val="5C6688"/>
              </a:solidFill>
            </a:endParaRPr>
          </a:p>
        </p:txBody>
      </p:sp>
      <p:grpSp>
        <p:nvGrpSpPr>
          <p:cNvPr id="3" name="Group 2"/>
          <p:cNvGrpSpPr/>
          <p:nvPr/>
        </p:nvGrpSpPr>
        <p:grpSpPr>
          <a:xfrm>
            <a:off x="523875" y="2143125"/>
            <a:ext cx="1189990" cy="800100"/>
            <a:chOff x="825" y="3375"/>
            <a:chExt cx="1874" cy="1260"/>
          </a:xfrm>
        </p:grpSpPr>
        <p:sp>
          <p:nvSpPr>
            <p:cNvPr id="25" name="browser-surface"/>
            <p:cNvSpPr>
              <a:spLocks noGrp="1"/>
            </p:cNvSpPr>
            <p:nvPr/>
          </p:nvSpPr>
          <p:spPr>
            <a:xfrm>
              <a:off x="825" y="3375"/>
              <a:ext cx="1875" cy="1260"/>
            </a:xfrm>
            <a:prstGeom prst="roundRect">
              <a:avLst>
                <a:gd name="adj" fmla="val 14286"/>
              </a:avLst>
            </a:prstGeom>
            <a:solidFill>
              <a:srgbClr val="EEF3FB"/>
            </a:solidFill>
            <a:ln w="14288">
              <a:solidFill>
                <a:srgbClr val="C9DAF8"/>
              </a:solidFill>
              <a:prstDash val="solid"/>
            </a:ln>
          </p:spPr>
        </p:sp>
        <p:sp>
          <p:nvSpPr>
            <p:cNvPr id="26" name="browser-title"/>
            <p:cNvSpPr>
              <a:spLocks noGrp="1"/>
            </p:cNvSpPr>
            <p:nvPr/>
          </p:nvSpPr>
          <p:spPr>
            <a:xfrm>
              <a:off x="1005" y="3495"/>
              <a:ext cx="1515" cy="42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algn="ctr">
                <a:defRPr sz="1350" b="1">
                  <a:solidFill>
                    <a:srgbClr val="222D68"/>
                  </a:solidFill>
                </a:defRPr>
              </a:pPr>
              <a:r>
                <a:rPr sz="1350" b="1">
                  <a:solidFill>
                    <a:srgbClr val="222D68"/>
                  </a:solidFill>
                </a:rPr>
                <a:t>Browser</a:t>
              </a:r>
              <a:endParaRPr sz="1350" b="1">
                <a:solidFill>
                  <a:srgbClr val="222D68"/>
                </a:solidFill>
              </a:endParaRPr>
            </a:p>
          </p:txBody>
        </p:sp>
        <p:sp>
          <p:nvSpPr>
            <p:cNvPr id="27" name="browser-body"/>
            <p:cNvSpPr>
              <a:spLocks noGrp="1"/>
            </p:cNvSpPr>
            <p:nvPr/>
          </p:nvSpPr>
          <p:spPr>
            <a:xfrm>
              <a:off x="975" y="3915"/>
              <a:ext cx="1575" cy="645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algn="ctr">
                <a:defRPr sz="1050" b="0">
                  <a:solidFill>
                    <a:srgbClr val="5C6688"/>
                  </a:solidFill>
                </a:defRPr>
              </a:pPr>
              <a:r>
                <a:rPr sz="1050" b="0">
                  <a:solidFill>
                    <a:srgbClr val="5C6688"/>
                  </a:solidFill>
                </a:rPr>
                <a:t>students and users</a:t>
              </a:r>
              <a:endParaRPr sz="1050" b="0">
                <a:solidFill>
                  <a:srgbClr val="5C6688"/>
                </a:solidFill>
              </a:endParaRPr>
            </a:p>
          </p:txBody>
        </p:sp>
      </p:grpSp>
      <p:grpSp>
        <p:nvGrpSpPr>
          <p:cNvPr id="4" name="Group 3"/>
          <p:cNvGrpSpPr/>
          <p:nvPr/>
        </p:nvGrpSpPr>
        <p:grpSpPr>
          <a:xfrm>
            <a:off x="2143125" y="2047875"/>
            <a:ext cx="1570990" cy="990600"/>
            <a:chOff x="3375" y="3225"/>
            <a:chExt cx="2474" cy="1560"/>
          </a:xfrm>
        </p:grpSpPr>
        <p:sp>
          <p:nvSpPr>
            <p:cNvPr id="28" name="ui-surface"/>
            <p:cNvSpPr>
              <a:spLocks noGrp="1"/>
            </p:cNvSpPr>
            <p:nvPr/>
          </p:nvSpPr>
          <p:spPr>
            <a:xfrm>
              <a:off x="3375" y="3225"/>
              <a:ext cx="2475" cy="1560"/>
            </a:xfrm>
            <a:prstGeom prst="roundRect">
              <a:avLst>
                <a:gd name="adj" fmla="val 11538"/>
              </a:avLst>
            </a:prstGeom>
            <a:solidFill>
              <a:srgbClr val="222D68"/>
            </a:solidFill>
            <a:ln w="14288">
              <a:solidFill>
                <a:srgbClr val="222D68"/>
              </a:solidFill>
              <a:prstDash val="solid"/>
            </a:ln>
          </p:spPr>
        </p:sp>
        <p:sp>
          <p:nvSpPr>
            <p:cNvPr id="29" name="ui-title"/>
            <p:cNvSpPr>
              <a:spLocks noGrp="1"/>
            </p:cNvSpPr>
            <p:nvPr/>
          </p:nvSpPr>
          <p:spPr>
            <a:xfrm>
              <a:off x="3555" y="3345"/>
              <a:ext cx="2115" cy="42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algn="ctr">
                <a:defRPr sz="1350" b="1">
                  <a:solidFill>
                    <a:srgbClr val="FFFFFF"/>
                  </a:solidFill>
                </a:defRPr>
              </a:pPr>
              <a:r>
                <a:rPr sz="1350" b="1">
                  <a:solidFill>
                    <a:srgbClr val="FFFFFF"/>
                  </a:solidFill>
                </a:rPr>
                <a:t>Catalog UI</a:t>
              </a:r>
              <a:endParaRPr sz="1350" b="1">
                <a:solidFill>
                  <a:srgbClr val="FFFFFF"/>
                </a:solidFill>
              </a:endParaRPr>
            </a:p>
          </p:txBody>
        </p:sp>
        <p:sp>
          <p:nvSpPr>
            <p:cNvPr id="30" name="ui-body"/>
            <p:cNvSpPr>
              <a:spLocks noGrp="1"/>
            </p:cNvSpPr>
            <p:nvPr/>
          </p:nvSpPr>
          <p:spPr>
            <a:xfrm>
              <a:off x="3525" y="3765"/>
              <a:ext cx="2175" cy="945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algn="ctr">
                <a:defRPr sz="1050" b="0">
                  <a:solidFill>
                    <a:srgbClr val="DDE5FF"/>
                  </a:solidFill>
                </a:defRPr>
              </a:pPr>
              <a:r>
                <a:rPr sz="1050" b="0">
                  <a:solidFill>
                    <a:srgbClr val="DDE5FF"/>
                  </a:solidFill>
                </a:rPr>
                <a:t>App Service</a:t>
              </a:r>
              <a:endParaRPr sz="1050" b="0">
                <a:solidFill>
                  <a:srgbClr val="DDE5FF"/>
                </a:solidFill>
              </a:endParaRPr>
            </a:p>
            <a:p>
              <a:pPr algn="ctr">
                <a:defRPr sz="1050" b="0">
                  <a:solidFill>
                    <a:srgbClr val="DDE5FF"/>
                  </a:solidFill>
                </a:defRPr>
              </a:pPr>
              <a:r>
                <a:rPr sz="1050" b="0">
                  <a:solidFill>
                    <a:srgbClr val="DDE5FF"/>
                  </a:solidFill>
                </a:rPr>
                <a:t>.NET web app</a:t>
              </a:r>
              <a:endParaRPr sz="1050" b="0">
                <a:solidFill>
                  <a:srgbClr val="DDE5FF"/>
                </a:solidFill>
              </a:endParaRPr>
            </a:p>
          </p:txBody>
        </p:sp>
      </p:grpSp>
      <p:grpSp>
        <p:nvGrpSpPr>
          <p:cNvPr id="5" name="Group 4"/>
          <p:cNvGrpSpPr/>
          <p:nvPr/>
        </p:nvGrpSpPr>
        <p:grpSpPr>
          <a:xfrm>
            <a:off x="4191000" y="2143125"/>
            <a:ext cx="1475740" cy="800100"/>
            <a:chOff x="6600" y="3375"/>
            <a:chExt cx="2324" cy="1260"/>
          </a:xfrm>
        </p:grpSpPr>
        <p:sp>
          <p:nvSpPr>
            <p:cNvPr id="31" name="apim-surface"/>
            <p:cNvSpPr>
              <a:spLocks noGrp="1"/>
            </p:cNvSpPr>
            <p:nvPr/>
          </p:nvSpPr>
          <p:spPr>
            <a:xfrm>
              <a:off x="6600" y="3375"/>
              <a:ext cx="2325" cy="1260"/>
            </a:xfrm>
            <a:prstGeom prst="roundRect">
              <a:avLst>
                <a:gd name="adj" fmla="val 14286"/>
              </a:avLst>
            </a:prstGeom>
            <a:solidFill>
              <a:srgbClr val="C9DAF8"/>
            </a:solidFill>
            <a:ln w="14288">
              <a:solidFill>
                <a:srgbClr val="C9DAF8"/>
              </a:solidFill>
              <a:prstDash val="solid"/>
            </a:ln>
          </p:spPr>
        </p:sp>
        <p:sp>
          <p:nvSpPr>
            <p:cNvPr id="32" name="apim-title"/>
            <p:cNvSpPr>
              <a:spLocks noGrp="1"/>
            </p:cNvSpPr>
            <p:nvPr/>
          </p:nvSpPr>
          <p:spPr>
            <a:xfrm>
              <a:off x="6780" y="3495"/>
              <a:ext cx="1965" cy="630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algn="ctr">
                <a:defRPr sz="1200" b="1">
                  <a:solidFill>
                    <a:srgbClr val="222D68"/>
                  </a:solidFill>
                </a:defRPr>
              </a:pPr>
              <a:r>
                <a:rPr sz="1200" b="1">
                  <a:solidFill>
                    <a:srgbClr val="222D68"/>
                  </a:solidFill>
                </a:rPr>
                <a:t>API Management</a:t>
              </a:r>
              <a:endParaRPr sz="1200" b="1">
                <a:solidFill>
                  <a:srgbClr val="222D68"/>
                </a:solidFill>
              </a:endParaRPr>
            </a:p>
          </p:txBody>
        </p:sp>
        <p:sp>
          <p:nvSpPr>
            <p:cNvPr id="33" name="apim-body"/>
            <p:cNvSpPr>
              <a:spLocks noGrp="1"/>
            </p:cNvSpPr>
            <p:nvPr/>
          </p:nvSpPr>
          <p:spPr>
            <a:xfrm>
              <a:off x="6750" y="4185"/>
              <a:ext cx="2025" cy="375"/>
            </a:xfrm>
            <a:prstGeom prst="rect">
              <a:avLst/>
            </a:prstGeom>
            <a:noFill/>
            <a:ln w="0">
              <a:noFill/>
              <a:prstDash val="solid"/>
            </a:ln>
          </p:spPr>
          <p:txBody>
            <a:bodyPr/>
            <a:lstStyle/>
            <a:p>
              <a:pPr algn="ctr">
                <a:defRPr sz="900" b="0">
                  <a:solidFill>
                    <a:srgbClr val="5C6688"/>
                  </a:solidFill>
                </a:defRPr>
              </a:pPr>
              <a:r>
                <a:rPr sz="900" b="0">
                  <a:solidFill>
                    <a:srgbClr val="5C6688"/>
                  </a:solidFill>
                </a:rPr>
                <a:t>gateway · policies</a:t>
              </a:r>
              <a:endParaRPr sz="900" b="0">
                <a:solidFill>
                  <a:srgbClr val="5C6688"/>
                </a:solidFill>
              </a:endParaRPr>
            </a:p>
          </p:txBody>
        </p:sp>
      </p:grpSp>
      <p:sp>
        <p:nvSpPr>
          <p:cNvPr id="34" name="api-surface"/>
          <p:cNvSpPr>
            <a:spLocks noGrp="1"/>
          </p:cNvSpPr>
          <p:nvPr/>
        </p:nvSpPr>
        <p:spPr>
          <a:xfrm>
            <a:off x="6143625" y="2047875"/>
            <a:ext cx="1666875" cy="990600"/>
          </a:xfrm>
          <a:prstGeom prst="roundRect">
            <a:avLst>
              <a:gd name="adj" fmla="val 11538"/>
            </a:avLst>
          </a:prstGeom>
          <a:solidFill>
            <a:srgbClr val="222D68"/>
          </a:solidFill>
          <a:ln w="14288">
            <a:solidFill>
              <a:srgbClr val="222D68"/>
            </a:solidFill>
            <a:prstDash val="solid"/>
          </a:ln>
        </p:spPr>
      </p:sp>
      <p:sp>
        <p:nvSpPr>
          <p:cNvPr id="35" name="api-title"/>
          <p:cNvSpPr>
            <a:spLocks noGrp="1"/>
          </p:cNvSpPr>
          <p:nvPr/>
        </p:nvSpPr>
        <p:spPr>
          <a:xfrm>
            <a:off x="6257925" y="2124075"/>
            <a:ext cx="14382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FFFFFF"/>
                </a:solidFill>
              </a:defRPr>
            </a:pPr>
            <a:r>
              <a:rPr sz="1350" b="1">
                <a:solidFill>
                  <a:srgbClr val="FFFFFF"/>
                </a:solidFill>
              </a:rPr>
              <a:t>Catalog API</a:t>
            </a:r>
            <a:endParaRPr sz="1350" b="1">
              <a:solidFill>
                <a:srgbClr val="FFFFFF"/>
              </a:solidFill>
            </a:endParaRPr>
          </a:p>
        </p:txBody>
      </p:sp>
      <p:sp>
        <p:nvSpPr>
          <p:cNvPr id="36" name="api-body"/>
          <p:cNvSpPr>
            <a:spLocks noGrp="1"/>
          </p:cNvSpPr>
          <p:nvPr/>
        </p:nvSpPr>
        <p:spPr>
          <a:xfrm>
            <a:off x="6238875" y="2390775"/>
            <a:ext cx="1476375" cy="600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DDE5FF"/>
                </a:solidFill>
              </a:defRPr>
            </a:pPr>
            <a:r>
              <a:rPr sz="1050" b="0">
                <a:solidFill>
                  <a:srgbClr val="DDE5FF"/>
                </a:solidFill>
              </a:rPr>
              <a:t>Container Apps</a:t>
            </a:r>
            <a:endParaRPr sz="1050" b="0">
              <a:solidFill>
                <a:srgbClr val="DDE5FF"/>
              </a:solidFill>
            </a:endParaRPr>
          </a:p>
          <a:p>
            <a:pPr algn="ctr">
              <a:defRPr sz="1050" b="0">
                <a:solidFill>
                  <a:srgbClr val="DDE5FF"/>
                </a:solidFill>
              </a:defRPr>
            </a:pPr>
            <a:r>
              <a:rPr sz="1050" b="0">
                <a:solidFill>
                  <a:srgbClr val="DDE5FF"/>
                </a:solidFill>
              </a:rPr>
              <a:t>revisions + scale</a:t>
            </a:r>
            <a:endParaRPr sz="1050" b="0">
              <a:solidFill>
                <a:srgbClr val="DDE5FF"/>
              </a:solidFill>
            </a:endParaRPr>
          </a:p>
        </p:txBody>
      </p:sp>
      <p:sp>
        <p:nvSpPr>
          <p:cNvPr id="37" name="openai-surface"/>
          <p:cNvSpPr>
            <a:spLocks noGrp="1"/>
          </p:cNvSpPr>
          <p:nvPr/>
        </p:nvSpPr>
        <p:spPr>
          <a:xfrm>
            <a:off x="9810750" y="1924050"/>
            <a:ext cx="1666875" cy="781050"/>
          </a:xfrm>
          <a:prstGeom prst="roundRect">
            <a:avLst>
              <a:gd name="adj" fmla="val 14634"/>
            </a:avLst>
          </a:prstGeom>
          <a:solidFill>
            <a:srgbClr val="FFF3DD"/>
          </a:solidFill>
          <a:ln w="14288">
            <a:solidFill>
              <a:srgbClr val="F6A72B"/>
            </a:solidFill>
            <a:prstDash val="solid"/>
          </a:ln>
        </p:spPr>
      </p:sp>
      <p:sp>
        <p:nvSpPr>
          <p:cNvPr id="38" name="openai-title"/>
          <p:cNvSpPr>
            <a:spLocks noGrp="1"/>
          </p:cNvSpPr>
          <p:nvPr/>
        </p:nvSpPr>
        <p:spPr>
          <a:xfrm>
            <a:off x="9925050" y="2000250"/>
            <a:ext cx="14382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222D68"/>
                </a:solidFill>
              </a:defRPr>
            </a:pPr>
            <a:r>
              <a:rPr sz="1350" b="1">
                <a:solidFill>
                  <a:srgbClr val="222D68"/>
                </a:solidFill>
              </a:rPr>
              <a:t>Azure OpenAI</a:t>
            </a:r>
            <a:endParaRPr sz="1350" b="1">
              <a:solidFill>
                <a:srgbClr val="222D68"/>
              </a:solidFill>
            </a:endParaRPr>
          </a:p>
        </p:txBody>
      </p:sp>
      <p:sp>
        <p:nvSpPr>
          <p:cNvPr id="39" name="openai-body"/>
          <p:cNvSpPr>
            <a:spLocks noGrp="1"/>
          </p:cNvSpPr>
          <p:nvPr/>
        </p:nvSpPr>
        <p:spPr>
          <a:xfrm>
            <a:off x="9906000" y="2266950"/>
            <a:ext cx="1476375" cy="3905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050" b="0">
                <a:solidFill>
                  <a:srgbClr val="5C6688"/>
                </a:solidFill>
              </a:defRPr>
            </a:pPr>
            <a:r>
              <a:rPr sz="1050" b="0">
                <a:solidFill>
                  <a:srgbClr val="5C6688"/>
                </a:solidFill>
              </a:rPr>
              <a:t>catalog assistant</a:t>
            </a:r>
            <a:endParaRPr sz="1050" b="0">
              <a:solidFill>
                <a:srgbClr val="5C6688"/>
              </a:solidFill>
            </a:endParaRPr>
          </a:p>
        </p:txBody>
      </p:sp>
      <p:cxnSp>
        <p:nvCxnSpPr>
          <p:cNvPr id="104" name="Straight Arrow Connector 103"/>
          <p:cNvCxnSpPr>
            <a:stCxn id="28" idx="1"/>
            <a:endCxn id="25" idx="3"/>
          </p:cNvCxnSpPr>
          <p:nvPr/>
        </p:nvCxnSpPr>
        <p:spPr>
          <a:xfrm flipH="1">
            <a:off x="1714500" y="2543175"/>
            <a:ext cx="428625" cy="0"/>
          </a:xfrm>
          <a:prstGeom prst="straightConnector1">
            <a:avLst/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cxnSp>
        <p:nvCxnSpPr>
          <p:cNvPr id="105" name="Straight Arrow Connector 104"/>
          <p:cNvCxnSpPr>
            <a:stCxn id="31" idx="1"/>
            <a:endCxn id="28" idx="3"/>
          </p:cNvCxnSpPr>
          <p:nvPr/>
        </p:nvCxnSpPr>
        <p:spPr>
          <a:xfrm flipH="1">
            <a:off x="3714750" y="2543175"/>
            <a:ext cx="476250" cy="0"/>
          </a:xfrm>
          <a:prstGeom prst="straightConnector1">
            <a:avLst/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cxnSp>
        <p:nvCxnSpPr>
          <p:cNvPr id="106" name="Straight Arrow Connector 105"/>
          <p:cNvCxnSpPr>
            <a:stCxn id="34" idx="1"/>
            <a:endCxn id="31" idx="3"/>
          </p:cNvCxnSpPr>
          <p:nvPr/>
        </p:nvCxnSpPr>
        <p:spPr>
          <a:xfrm flipH="1">
            <a:off x="5667375" y="2543175"/>
            <a:ext cx="476250" cy="0"/>
          </a:xfrm>
          <a:prstGeom prst="straightConnector1">
            <a:avLst/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cxnSp>
        <p:nvCxnSpPr>
          <p:cNvPr id="107" name="Elbow Connector 106"/>
          <p:cNvCxnSpPr>
            <a:stCxn id="37" idx="1"/>
            <a:endCxn id="34" idx="3"/>
          </p:cNvCxnSpPr>
          <p:nvPr/>
        </p:nvCxnSpPr>
        <p:spPr>
          <a:xfrm flipH="1">
            <a:off x="7810500" y="2314575"/>
            <a:ext cx="2000250" cy="228600"/>
          </a:xfrm>
          <a:prstGeom prst="bentConnector3">
            <a:avLst>
              <a:gd name="adj1" fmla="val 50000"/>
            </a:avLst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sp>
        <p:nvSpPr>
          <p:cNvPr id="44" name="acr-surface"/>
          <p:cNvSpPr>
            <a:spLocks noGrp="1"/>
          </p:cNvSpPr>
          <p:nvPr/>
        </p:nvSpPr>
        <p:spPr>
          <a:xfrm>
            <a:off x="2190750" y="3333750"/>
            <a:ext cx="1476375" cy="685800"/>
          </a:xfrm>
          <a:prstGeom prst="roundRect">
            <a:avLst>
              <a:gd name="adj" fmla="val 16667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45" name="acr-title"/>
          <p:cNvSpPr>
            <a:spLocks noGrp="1"/>
          </p:cNvSpPr>
          <p:nvPr/>
        </p:nvSpPr>
        <p:spPr>
          <a:xfrm>
            <a:off x="2305050" y="3409950"/>
            <a:ext cx="12477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22D68"/>
                </a:solidFill>
              </a:defRPr>
            </a:pPr>
            <a:r>
              <a:rPr sz="1125" b="1">
                <a:solidFill>
                  <a:srgbClr val="222D68"/>
                </a:solidFill>
              </a:rPr>
              <a:t>Container Registry</a:t>
            </a:r>
            <a:endParaRPr sz="1125" b="1">
              <a:solidFill>
                <a:srgbClr val="222D68"/>
              </a:solidFill>
            </a:endParaRPr>
          </a:p>
        </p:txBody>
      </p:sp>
      <p:sp>
        <p:nvSpPr>
          <p:cNvPr id="46" name="acr-body"/>
          <p:cNvSpPr>
            <a:spLocks noGrp="1"/>
          </p:cNvSpPr>
          <p:nvPr/>
        </p:nvSpPr>
        <p:spPr>
          <a:xfrm>
            <a:off x="2286000" y="3771900"/>
            <a:ext cx="128587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5C6688"/>
                </a:solidFill>
              </a:defRPr>
            </a:pPr>
            <a:r>
              <a:rPr sz="825" b="0">
                <a:solidFill>
                  <a:srgbClr val="5C6688"/>
                </a:solidFill>
              </a:rPr>
              <a:t>UI + API images</a:t>
            </a:r>
            <a:endParaRPr sz="825" b="0">
              <a:solidFill>
                <a:srgbClr val="5C6688"/>
              </a:solidFill>
            </a:endParaRPr>
          </a:p>
        </p:txBody>
      </p:sp>
      <p:sp>
        <p:nvSpPr>
          <p:cNvPr id="47" name="cosmos-surface"/>
          <p:cNvSpPr>
            <a:spLocks noGrp="1"/>
          </p:cNvSpPr>
          <p:nvPr/>
        </p:nvSpPr>
        <p:spPr>
          <a:xfrm>
            <a:off x="4429125" y="3333750"/>
            <a:ext cx="1428750" cy="685800"/>
          </a:xfrm>
          <a:prstGeom prst="roundRect">
            <a:avLst>
              <a:gd name="adj" fmla="val 16667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48" name="cosmos-title"/>
          <p:cNvSpPr>
            <a:spLocks noGrp="1"/>
          </p:cNvSpPr>
          <p:nvPr/>
        </p:nvSpPr>
        <p:spPr>
          <a:xfrm>
            <a:off x="4543425" y="3409950"/>
            <a:ext cx="1200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222D68"/>
                </a:solidFill>
              </a:defRPr>
            </a:pPr>
            <a:r>
              <a:rPr sz="1275" b="1">
                <a:solidFill>
                  <a:srgbClr val="222D68"/>
                </a:solidFill>
              </a:rPr>
              <a:t>Cosmos DB</a:t>
            </a:r>
            <a:endParaRPr sz="1275" b="1">
              <a:solidFill>
                <a:srgbClr val="222D68"/>
              </a:solidFill>
            </a:endParaRPr>
          </a:p>
        </p:txBody>
      </p:sp>
      <p:sp>
        <p:nvSpPr>
          <p:cNvPr id="49" name="cosmos-body"/>
          <p:cNvSpPr>
            <a:spLocks noGrp="1"/>
          </p:cNvSpPr>
          <p:nvPr/>
        </p:nvSpPr>
        <p:spPr>
          <a:xfrm>
            <a:off x="4524375" y="3676650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C6688"/>
                </a:solidFill>
              </a:defRPr>
            </a:pPr>
            <a:r>
              <a:rPr sz="975" b="0">
                <a:solidFill>
                  <a:srgbClr val="5C6688"/>
                </a:solidFill>
              </a:rPr>
              <a:t>titles + metadata</a:t>
            </a:r>
            <a:endParaRPr sz="975" b="0">
              <a:solidFill>
                <a:srgbClr val="5C6688"/>
              </a:solidFill>
            </a:endParaRPr>
          </a:p>
        </p:txBody>
      </p:sp>
      <p:sp>
        <p:nvSpPr>
          <p:cNvPr id="50" name="blob-surface"/>
          <p:cNvSpPr>
            <a:spLocks noGrp="1"/>
          </p:cNvSpPr>
          <p:nvPr/>
        </p:nvSpPr>
        <p:spPr>
          <a:xfrm>
            <a:off x="6143625" y="3333750"/>
            <a:ext cx="1428750" cy="685800"/>
          </a:xfrm>
          <a:prstGeom prst="roundRect">
            <a:avLst>
              <a:gd name="adj" fmla="val 16667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51" name="blob-title"/>
          <p:cNvSpPr>
            <a:spLocks noGrp="1"/>
          </p:cNvSpPr>
          <p:nvPr/>
        </p:nvSpPr>
        <p:spPr>
          <a:xfrm>
            <a:off x="6257925" y="3409950"/>
            <a:ext cx="1200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222D68"/>
                </a:solidFill>
              </a:defRPr>
            </a:pPr>
            <a:r>
              <a:rPr sz="1275" b="1">
                <a:solidFill>
                  <a:srgbClr val="222D68"/>
                </a:solidFill>
              </a:rPr>
              <a:t>Blob Storage</a:t>
            </a:r>
            <a:endParaRPr sz="1275" b="1">
              <a:solidFill>
                <a:srgbClr val="222D68"/>
              </a:solidFill>
            </a:endParaRPr>
          </a:p>
        </p:txBody>
      </p:sp>
      <p:sp>
        <p:nvSpPr>
          <p:cNvPr id="52" name="blob-body"/>
          <p:cNvSpPr>
            <a:spLocks noGrp="1"/>
          </p:cNvSpPr>
          <p:nvPr/>
        </p:nvSpPr>
        <p:spPr>
          <a:xfrm>
            <a:off x="6238875" y="3676650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C6688"/>
                </a:solidFill>
              </a:defRPr>
            </a:pPr>
            <a:r>
              <a:rPr sz="975" b="0">
                <a:solidFill>
                  <a:srgbClr val="5C6688"/>
                </a:solidFill>
              </a:rPr>
              <a:t>poster files</a:t>
            </a:r>
            <a:endParaRPr sz="975" b="0">
              <a:solidFill>
                <a:srgbClr val="5C6688"/>
              </a:solidFill>
            </a:endParaRPr>
          </a:p>
        </p:txBody>
      </p:sp>
      <p:sp>
        <p:nvSpPr>
          <p:cNvPr id="53" name="keyvault-surface"/>
          <p:cNvSpPr>
            <a:spLocks noGrp="1"/>
          </p:cNvSpPr>
          <p:nvPr/>
        </p:nvSpPr>
        <p:spPr>
          <a:xfrm>
            <a:off x="7858125" y="3333750"/>
            <a:ext cx="1428750" cy="685800"/>
          </a:xfrm>
          <a:prstGeom prst="roundRect">
            <a:avLst>
              <a:gd name="adj" fmla="val 16667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54" name="keyvault-title"/>
          <p:cNvSpPr>
            <a:spLocks noGrp="1"/>
          </p:cNvSpPr>
          <p:nvPr/>
        </p:nvSpPr>
        <p:spPr>
          <a:xfrm>
            <a:off x="7972425" y="3409950"/>
            <a:ext cx="1200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1">
                <a:solidFill>
                  <a:srgbClr val="222D68"/>
                </a:solidFill>
              </a:defRPr>
            </a:pPr>
            <a:r>
              <a:rPr sz="1275" b="1">
                <a:solidFill>
                  <a:srgbClr val="222D68"/>
                </a:solidFill>
              </a:rPr>
              <a:t>Key Vault</a:t>
            </a:r>
            <a:endParaRPr sz="1275" b="1">
              <a:solidFill>
                <a:srgbClr val="222D68"/>
              </a:solidFill>
            </a:endParaRPr>
          </a:p>
        </p:txBody>
      </p:sp>
      <p:sp>
        <p:nvSpPr>
          <p:cNvPr id="55" name="keyvault-body"/>
          <p:cNvSpPr>
            <a:spLocks noGrp="1"/>
          </p:cNvSpPr>
          <p:nvPr/>
        </p:nvSpPr>
        <p:spPr>
          <a:xfrm>
            <a:off x="7953375" y="3676650"/>
            <a:ext cx="1238250" cy="2952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75" b="0">
                <a:solidFill>
                  <a:srgbClr val="5C6688"/>
                </a:solidFill>
              </a:defRPr>
            </a:pPr>
            <a:r>
              <a:rPr sz="975" b="0">
                <a:solidFill>
                  <a:srgbClr val="5C6688"/>
                </a:solidFill>
              </a:rPr>
              <a:t>secrets + references</a:t>
            </a:r>
            <a:endParaRPr sz="975" b="0">
              <a:solidFill>
                <a:srgbClr val="5C6688"/>
              </a:solidFill>
            </a:endParaRPr>
          </a:p>
        </p:txBody>
      </p:sp>
      <p:sp>
        <p:nvSpPr>
          <p:cNvPr id="56" name="insights-surface"/>
          <p:cNvSpPr>
            <a:spLocks noGrp="1"/>
          </p:cNvSpPr>
          <p:nvPr/>
        </p:nvSpPr>
        <p:spPr>
          <a:xfrm>
            <a:off x="9810750" y="3333750"/>
            <a:ext cx="1666875" cy="685800"/>
          </a:xfrm>
          <a:prstGeom prst="roundRect">
            <a:avLst>
              <a:gd name="adj" fmla="val 16667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57" name="insights-title"/>
          <p:cNvSpPr>
            <a:spLocks noGrp="1"/>
          </p:cNvSpPr>
          <p:nvPr/>
        </p:nvSpPr>
        <p:spPr>
          <a:xfrm>
            <a:off x="9925050" y="3409950"/>
            <a:ext cx="1438275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1">
                <a:solidFill>
                  <a:srgbClr val="222D68"/>
                </a:solidFill>
              </a:defRPr>
            </a:pPr>
            <a:r>
              <a:rPr sz="1125" b="1">
                <a:solidFill>
                  <a:srgbClr val="222D68"/>
                </a:solidFill>
              </a:rPr>
              <a:t>Application Insights</a:t>
            </a:r>
            <a:endParaRPr sz="1125" b="1">
              <a:solidFill>
                <a:srgbClr val="222D68"/>
              </a:solidFill>
            </a:endParaRPr>
          </a:p>
        </p:txBody>
      </p:sp>
      <p:sp>
        <p:nvSpPr>
          <p:cNvPr id="58" name="insights-body"/>
          <p:cNvSpPr>
            <a:spLocks noGrp="1"/>
          </p:cNvSpPr>
          <p:nvPr/>
        </p:nvSpPr>
        <p:spPr>
          <a:xfrm>
            <a:off x="9906000" y="3771900"/>
            <a:ext cx="1476375" cy="2000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825" b="0">
                <a:solidFill>
                  <a:srgbClr val="5C6688"/>
                </a:solidFill>
              </a:defRPr>
            </a:pPr>
            <a:r>
              <a:rPr sz="825" b="0">
                <a:solidFill>
                  <a:srgbClr val="5C6688"/>
                </a:solidFill>
              </a:rPr>
              <a:t>traces · logs · failures</a:t>
            </a:r>
            <a:endParaRPr sz="825" b="0">
              <a:solidFill>
                <a:srgbClr val="5C6688"/>
              </a:solidFill>
            </a:endParaRPr>
          </a:p>
        </p:txBody>
      </p:sp>
      <p:cxnSp>
        <p:nvCxnSpPr>
          <p:cNvPr id="123" name="Straight Arrow Connector 122"/>
          <p:cNvCxnSpPr>
            <a:stCxn id="28" idx="2"/>
            <a:endCxn id="44" idx="0"/>
          </p:cNvCxnSpPr>
          <p:nvPr/>
        </p:nvCxnSpPr>
        <p:spPr>
          <a:xfrm>
            <a:off x="2928938" y="3038475"/>
            <a:ext cx="0" cy="295275"/>
          </a:xfrm>
          <a:prstGeom prst="straightConnector1">
            <a:avLst/>
          </a:prstGeom>
          <a:ln w="19050">
            <a:solidFill>
              <a:srgbClr val="5C6688"/>
            </a:solidFill>
            <a:prstDash val="dash"/>
            <a:headEnd type="triangle" w="sm" len="sm"/>
          </a:ln>
        </p:spPr>
      </p:cxnSp>
      <p:cxnSp>
        <p:nvCxnSpPr>
          <p:cNvPr id="124" name="Elbow Connector 123"/>
          <p:cNvCxnSpPr>
            <a:stCxn id="34" idx="2"/>
            <a:endCxn id="44" idx="3"/>
          </p:cNvCxnSpPr>
          <p:nvPr/>
        </p:nvCxnSpPr>
        <p:spPr>
          <a:xfrm flipH="1">
            <a:off x="3667125" y="3038475"/>
            <a:ext cx="3309938" cy="638175"/>
          </a:xfrm>
          <a:prstGeom prst="bentConnector3">
            <a:avLst>
              <a:gd name="adj1" fmla="val 0"/>
            </a:avLst>
          </a:prstGeom>
          <a:ln w="19050">
            <a:solidFill>
              <a:srgbClr val="5C6688"/>
            </a:solidFill>
            <a:prstDash val="dash"/>
            <a:headEnd type="triangle" w="sm" len="sm"/>
          </a:ln>
        </p:spPr>
      </p:cxnSp>
      <p:cxnSp>
        <p:nvCxnSpPr>
          <p:cNvPr id="125" name="Elbow Connector 124"/>
          <p:cNvCxnSpPr>
            <a:stCxn id="47" idx="0"/>
            <a:endCxn id="34" idx="2"/>
          </p:cNvCxnSpPr>
          <p:nvPr/>
        </p:nvCxnSpPr>
        <p:spPr>
          <a:xfrm flipV="1">
            <a:off x="5143500" y="3038475"/>
            <a:ext cx="1833563" cy="2952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cxnSp>
        <p:nvCxnSpPr>
          <p:cNvPr id="126" name="Elbow Connector 125"/>
          <p:cNvCxnSpPr>
            <a:stCxn id="50" idx="0"/>
            <a:endCxn id="34" idx="2"/>
          </p:cNvCxnSpPr>
          <p:nvPr/>
        </p:nvCxnSpPr>
        <p:spPr>
          <a:xfrm flipV="1">
            <a:off x="6858000" y="3038475"/>
            <a:ext cx="119063" cy="2952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222D68"/>
            </a:solidFill>
            <a:prstDash val="solid"/>
            <a:headEnd type="triangle" w="sm" len="sm"/>
          </a:ln>
        </p:spPr>
      </p:cxnSp>
      <p:cxnSp>
        <p:nvCxnSpPr>
          <p:cNvPr id="127" name="Elbow Connector 126"/>
          <p:cNvCxnSpPr>
            <a:stCxn id="53" idx="0"/>
            <a:endCxn id="34" idx="2"/>
          </p:cNvCxnSpPr>
          <p:nvPr/>
        </p:nvCxnSpPr>
        <p:spPr>
          <a:xfrm flipH="1" flipV="1">
            <a:off x="6977063" y="3038475"/>
            <a:ext cx="1595438" cy="295275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F6A72B"/>
            </a:solidFill>
            <a:prstDash val="dash"/>
            <a:headEnd type="triangle" w="sm" len="sm"/>
          </a:ln>
        </p:spPr>
      </p:cxnSp>
      <p:cxnSp>
        <p:nvCxnSpPr>
          <p:cNvPr id="128" name="Elbow Connector 127"/>
          <p:cNvCxnSpPr>
            <a:stCxn id="56" idx="0"/>
            <a:endCxn id="28" idx="2"/>
          </p:cNvCxnSpPr>
          <p:nvPr/>
        </p:nvCxnSpPr>
        <p:spPr>
          <a:xfrm flipH="1" flipV="1">
            <a:off x="2928938" y="3038475"/>
            <a:ext cx="7715250" cy="295275"/>
          </a:xfrm>
          <a:prstGeom prst="bentConnector4">
            <a:avLst>
              <a:gd name="adj1" fmla="val 0"/>
              <a:gd name="adj2" fmla="val 50000"/>
            </a:avLst>
          </a:prstGeom>
          <a:ln w="14288">
            <a:solidFill>
              <a:srgbClr val="5C6688"/>
            </a:solidFill>
            <a:prstDash val="dash"/>
            <a:headEnd type="triangle" w="sm" len="sm"/>
          </a:ln>
        </p:spPr>
      </p:cxnSp>
      <p:cxnSp>
        <p:nvCxnSpPr>
          <p:cNvPr id="129" name="Elbow Connector 128"/>
          <p:cNvCxnSpPr>
            <a:stCxn id="56" idx="0"/>
            <a:endCxn id="34" idx="3"/>
          </p:cNvCxnSpPr>
          <p:nvPr/>
        </p:nvCxnSpPr>
        <p:spPr>
          <a:xfrm flipH="1" flipV="1">
            <a:off x="7810500" y="2543175"/>
            <a:ext cx="2833688" cy="790575"/>
          </a:xfrm>
          <a:prstGeom prst="bentConnector5">
            <a:avLst>
              <a:gd name="adj1" fmla="val 0"/>
              <a:gd name="adj2" fmla="val 28916"/>
              <a:gd name="adj3" fmla="val 91933"/>
            </a:avLst>
          </a:prstGeom>
          <a:ln w="14288">
            <a:solidFill>
              <a:srgbClr val="5C6688"/>
            </a:solidFill>
            <a:prstDash val="dash"/>
            <a:headEnd type="triangle" w="sm" len="sm"/>
          </a:ln>
        </p:spPr>
      </p:cxnSp>
      <p:sp>
        <p:nvSpPr>
          <p:cNvPr id="66" name="event-label"/>
          <p:cNvSpPr>
            <a:spLocks noGrp="1"/>
          </p:cNvSpPr>
          <p:nvPr/>
        </p:nvSpPr>
        <p:spPr>
          <a:xfrm>
            <a:off x="548640" y="4419600"/>
            <a:ext cx="29527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F6A72B"/>
                </a:solidFill>
              </a:defRPr>
            </a:pPr>
            <a:r>
              <a:rPr sz="1050" b="1">
                <a:solidFill>
                  <a:srgbClr val="F6A72B"/>
                </a:solidFill>
              </a:rPr>
              <a:t>EVENT-DRIVEN POSTER PIPELINE</a:t>
            </a:r>
            <a:endParaRPr sz="1050" b="1">
              <a:solidFill>
                <a:srgbClr val="F6A72B"/>
              </a:solidFill>
            </a:endParaRPr>
          </a:p>
        </p:txBody>
      </p:sp>
      <p:sp>
        <p:nvSpPr>
          <p:cNvPr id="67" name="eventgrid-surface"/>
          <p:cNvSpPr>
            <a:spLocks noGrp="1"/>
          </p:cNvSpPr>
          <p:nvPr/>
        </p:nvSpPr>
        <p:spPr>
          <a:xfrm>
            <a:off x="2428875" y="4762500"/>
            <a:ext cx="1381125" cy="609600"/>
          </a:xfrm>
          <a:prstGeom prst="roundRect">
            <a:avLst>
              <a:gd name="adj" fmla="val 18750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68" name="eventgrid-title"/>
          <p:cNvSpPr>
            <a:spLocks noGrp="1"/>
          </p:cNvSpPr>
          <p:nvPr/>
        </p:nvSpPr>
        <p:spPr>
          <a:xfrm>
            <a:off x="2543175" y="4838700"/>
            <a:ext cx="11525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22D68"/>
                </a:solidFill>
              </a:defRPr>
            </a:pPr>
            <a:r>
              <a:rPr sz="1200" b="1">
                <a:solidFill>
                  <a:srgbClr val="222D68"/>
                </a:solidFill>
              </a:rPr>
              <a:t>Event Grid</a:t>
            </a:r>
            <a:endParaRPr sz="1200" b="1">
              <a:solidFill>
                <a:srgbClr val="222D68"/>
              </a:solidFill>
            </a:endParaRPr>
          </a:p>
        </p:txBody>
      </p:sp>
      <p:sp>
        <p:nvSpPr>
          <p:cNvPr id="69" name="eventgrid-body"/>
          <p:cNvSpPr>
            <a:spLocks noGrp="1"/>
          </p:cNvSpPr>
          <p:nvPr/>
        </p:nvSpPr>
        <p:spPr>
          <a:xfrm>
            <a:off x="2524125" y="5105400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5C6688"/>
                </a:solidFill>
              </a:defRPr>
            </a:pPr>
            <a:r>
              <a:rPr sz="900" b="0">
                <a:solidFill>
                  <a:srgbClr val="5C6688"/>
                </a:solidFill>
              </a:rPr>
              <a:t>BlobCreated</a:t>
            </a:r>
            <a:endParaRPr sz="900" b="0">
              <a:solidFill>
                <a:srgbClr val="5C6688"/>
              </a:solidFill>
            </a:endParaRPr>
          </a:p>
        </p:txBody>
      </p:sp>
      <p:sp>
        <p:nvSpPr>
          <p:cNvPr id="70" name="queue-surface"/>
          <p:cNvSpPr>
            <a:spLocks noGrp="1"/>
          </p:cNvSpPr>
          <p:nvPr/>
        </p:nvSpPr>
        <p:spPr>
          <a:xfrm>
            <a:off x="4333875" y="4762500"/>
            <a:ext cx="1381125" cy="609600"/>
          </a:xfrm>
          <a:prstGeom prst="roundRect">
            <a:avLst>
              <a:gd name="adj" fmla="val 18750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71" name="queue-title"/>
          <p:cNvSpPr>
            <a:spLocks noGrp="1"/>
          </p:cNvSpPr>
          <p:nvPr/>
        </p:nvSpPr>
        <p:spPr>
          <a:xfrm>
            <a:off x="4448175" y="4838700"/>
            <a:ext cx="115252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22D68"/>
                </a:solidFill>
              </a:defRPr>
            </a:pPr>
            <a:r>
              <a:rPr sz="1200" b="1">
                <a:solidFill>
                  <a:srgbClr val="222D68"/>
                </a:solidFill>
              </a:rPr>
              <a:t>Storage Queue</a:t>
            </a:r>
            <a:endParaRPr sz="1200" b="1">
              <a:solidFill>
                <a:srgbClr val="222D68"/>
              </a:solidFill>
            </a:endParaRPr>
          </a:p>
        </p:txBody>
      </p:sp>
      <p:sp>
        <p:nvSpPr>
          <p:cNvPr id="72" name="queue-body"/>
          <p:cNvSpPr>
            <a:spLocks noGrp="1"/>
          </p:cNvSpPr>
          <p:nvPr/>
        </p:nvSpPr>
        <p:spPr>
          <a:xfrm>
            <a:off x="4429125" y="5105400"/>
            <a:ext cx="119062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5C6688"/>
                </a:solidFill>
              </a:defRPr>
            </a:pPr>
            <a:r>
              <a:rPr sz="900" b="0">
                <a:solidFill>
                  <a:srgbClr val="5C6688"/>
                </a:solidFill>
              </a:rPr>
              <a:t>poster-jobs</a:t>
            </a:r>
            <a:endParaRPr sz="900" b="0">
              <a:solidFill>
                <a:srgbClr val="5C6688"/>
              </a:solidFill>
            </a:endParaRPr>
          </a:p>
        </p:txBody>
      </p:sp>
      <p:sp>
        <p:nvSpPr>
          <p:cNvPr id="73" name="function-surface"/>
          <p:cNvSpPr>
            <a:spLocks noGrp="1"/>
          </p:cNvSpPr>
          <p:nvPr/>
        </p:nvSpPr>
        <p:spPr>
          <a:xfrm>
            <a:off x="6238875" y="4762500"/>
            <a:ext cx="1476375" cy="609600"/>
          </a:xfrm>
          <a:prstGeom prst="roundRect">
            <a:avLst>
              <a:gd name="adj" fmla="val 18750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74" name="function-title"/>
          <p:cNvSpPr>
            <a:spLocks noGrp="1"/>
          </p:cNvSpPr>
          <p:nvPr/>
        </p:nvSpPr>
        <p:spPr>
          <a:xfrm>
            <a:off x="6353175" y="4838700"/>
            <a:ext cx="12477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22D68"/>
                </a:solidFill>
              </a:defRPr>
            </a:pPr>
            <a:r>
              <a:rPr sz="1200" b="1">
                <a:solidFill>
                  <a:srgbClr val="222D68"/>
                </a:solidFill>
              </a:rPr>
              <a:t>Azure Function</a:t>
            </a:r>
            <a:endParaRPr sz="1200" b="1">
              <a:solidFill>
                <a:srgbClr val="222D68"/>
              </a:solidFill>
            </a:endParaRPr>
          </a:p>
        </p:txBody>
      </p:sp>
      <p:sp>
        <p:nvSpPr>
          <p:cNvPr id="75" name="function-body"/>
          <p:cNvSpPr>
            <a:spLocks noGrp="1"/>
          </p:cNvSpPr>
          <p:nvPr/>
        </p:nvSpPr>
        <p:spPr>
          <a:xfrm>
            <a:off x="6334125" y="5105400"/>
            <a:ext cx="128587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5C6688"/>
                </a:solidFill>
              </a:defRPr>
            </a:pPr>
            <a:r>
              <a:rPr sz="900" b="0">
                <a:solidFill>
                  <a:srgbClr val="5C6688"/>
                </a:solidFill>
              </a:rPr>
              <a:t>normalize poster</a:t>
            </a:r>
            <a:endParaRPr sz="900" b="0">
              <a:solidFill>
                <a:srgbClr val="5C6688"/>
              </a:solidFill>
            </a:endParaRPr>
          </a:p>
        </p:txBody>
      </p:sp>
      <p:sp>
        <p:nvSpPr>
          <p:cNvPr id="76" name="normalized-surface"/>
          <p:cNvSpPr>
            <a:spLocks noGrp="1"/>
          </p:cNvSpPr>
          <p:nvPr/>
        </p:nvSpPr>
        <p:spPr>
          <a:xfrm>
            <a:off x="8239125" y="4762500"/>
            <a:ext cx="1476375" cy="609600"/>
          </a:xfrm>
          <a:prstGeom prst="roundRect">
            <a:avLst>
              <a:gd name="adj" fmla="val 18750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77" name="normalized-title"/>
          <p:cNvSpPr>
            <a:spLocks noGrp="1"/>
          </p:cNvSpPr>
          <p:nvPr/>
        </p:nvSpPr>
        <p:spPr>
          <a:xfrm>
            <a:off x="8353425" y="4838700"/>
            <a:ext cx="1247775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222D68"/>
                </a:solidFill>
              </a:defRPr>
            </a:pPr>
            <a:r>
              <a:rPr sz="1200" b="1">
                <a:solidFill>
                  <a:srgbClr val="222D68"/>
                </a:solidFill>
              </a:rPr>
              <a:t>Blob Storage</a:t>
            </a:r>
            <a:endParaRPr sz="1200" b="1">
              <a:solidFill>
                <a:srgbClr val="222D68"/>
              </a:solidFill>
            </a:endParaRPr>
          </a:p>
        </p:txBody>
      </p:sp>
      <p:sp>
        <p:nvSpPr>
          <p:cNvPr id="78" name="normalized-body"/>
          <p:cNvSpPr>
            <a:spLocks noGrp="1"/>
          </p:cNvSpPr>
          <p:nvPr/>
        </p:nvSpPr>
        <p:spPr>
          <a:xfrm>
            <a:off x="8334375" y="5105400"/>
            <a:ext cx="1285875" cy="21907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900" b="0">
                <a:solidFill>
                  <a:srgbClr val="5C6688"/>
                </a:solidFill>
              </a:defRPr>
            </a:pPr>
            <a:r>
              <a:rPr sz="900" b="0">
                <a:solidFill>
                  <a:srgbClr val="5C6688"/>
                </a:solidFill>
              </a:rPr>
              <a:t>normalized poster</a:t>
            </a:r>
            <a:endParaRPr sz="900" b="0">
              <a:solidFill>
                <a:srgbClr val="5C6688"/>
              </a:solidFill>
            </a:endParaRPr>
          </a:p>
        </p:txBody>
      </p:sp>
      <p:cxnSp>
        <p:nvCxnSpPr>
          <p:cNvPr id="143" name="Elbow Connector 142"/>
          <p:cNvCxnSpPr>
            <a:stCxn id="67" idx="0"/>
            <a:endCxn id="50" idx="2"/>
          </p:cNvCxnSpPr>
          <p:nvPr/>
        </p:nvCxnSpPr>
        <p:spPr>
          <a:xfrm flipV="1">
            <a:off x="3119438" y="4019550"/>
            <a:ext cx="3738563" cy="742950"/>
          </a:xfrm>
          <a:prstGeom prst="bentConnector4">
            <a:avLst>
              <a:gd name="adj1" fmla="val 0"/>
              <a:gd name="adj2" fmla="val 50000"/>
            </a:avLst>
          </a:prstGeom>
          <a:ln w="19050">
            <a:solidFill>
              <a:srgbClr val="F6A72B"/>
            </a:solidFill>
            <a:prstDash val="solid"/>
            <a:headEnd type="triangle" w="sm" len="sm"/>
          </a:ln>
        </p:spPr>
      </p:cxnSp>
      <p:cxnSp>
        <p:nvCxnSpPr>
          <p:cNvPr id="144" name="Straight Arrow Connector 143"/>
          <p:cNvCxnSpPr>
            <a:stCxn id="70" idx="1"/>
            <a:endCxn id="67" idx="3"/>
          </p:cNvCxnSpPr>
          <p:nvPr/>
        </p:nvCxnSpPr>
        <p:spPr>
          <a:xfrm flipH="1">
            <a:off x="3810000" y="5067300"/>
            <a:ext cx="523875" cy="0"/>
          </a:xfrm>
          <a:prstGeom prst="straightConnector1">
            <a:avLst/>
          </a:prstGeom>
          <a:ln w="19050">
            <a:solidFill>
              <a:srgbClr val="F6A72B"/>
            </a:solidFill>
            <a:prstDash val="solid"/>
            <a:headEnd type="triangle" w="sm" len="sm"/>
          </a:ln>
        </p:spPr>
      </p:cxnSp>
      <p:cxnSp>
        <p:nvCxnSpPr>
          <p:cNvPr id="145" name="Straight Arrow Connector 144"/>
          <p:cNvCxnSpPr>
            <a:stCxn id="73" idx="1"/>
            <a:endCxn id="70" idx="3"/>
          </p:cNvCxnSpPr>
          <p:nvPr/>
        </p:nvCxnSpPr>
        <p:spPr>
          <a:xfrm flipH="1">
            <a:off x="5715000" y="5067300"/>
            <a:ext cx="523875" cy="0"/>
          </a:xfrm>
          <a:prstGeom prst="straightConnector1">
            <a:avLst/>
          </a:prstGeom>
          <a:ln w="19050">
            <a:solidFill>
              <a:srgbClr val="F6A72B"/>
            </a:solidFill>
            <a:prstDash val="solid"/>
            <a:headEnd type="triangle" w="sm" len="sm"/>
          </a:ln>
        </p:spPr>
      </p:cxnSp>
      <p:cxnSp>
        <p:nvCxnSpPr>
          <p:cNvPr id="146" name="Straight Arrow Connector 145"/>
          <p:cNvCxnSpPr>
            <a:stCxn id="76" idx="1"/>
            <a:endCxn id="73" idx="3"/>
          </p:cNvCxnSpPr>
          <p:nvPr/>
        </p:nvCxnSpPr>
        <p:spPr>
          <a:xfrm flipH="1">
            <a:off x="7715250" y="5067300"/>
            <a:ext cx="523875" cy="0"/>
          </a:xfrm>
          <a:prstGeom prst="straightConnector1">
            <a:avLst/>
          </a:prstGeom>
          <a:ln w="19050">
            <a:solidFill>
              <a:srgbClr val="F6A72B"/>
            </a:solidFill>
            <a:prstDash val="solid"/>
            <a:headEnd type="triangle" w="sm" len="sm"/>
          </a:ln>
        </p:spPr>
      </p:cxnSp>
      <p:sp>
        <p:nvSpPr>
          <p:cNvPr id="83" name="cross-cutting-rail"/>
          <p:cNvSpPr>
            <a:spLocks noGrp="1"/>
          </p:cNvSpPr>
          <p:nvPr/>
        </p:nvSpPr>
        <p:spPr>
          <a:xfrm>
            <a:off x="548640" y="5695950"/>
            <a:ext cx="11049000" cy="457200"/>
          </a:xfrm>
          <a:prstGeom prst="roundRect">
            <a:avLst>
              <a:gd name="adj" fmla="val 25000"/>
            </a:avLst>
          </a:prstGeom>
          <a:solidFill>
            <a:srgbClr val="151D4B"/>
          </a:solidFill>
          <a:ln w="0">
            <a:solidFill>
              <a:srgbClr val="151D4B"/>
            </a:solidFill>
            <a:prstDash val="solid"/>
          </a:ln>
        </p:spPr>
      </p:sp>
      <p:sp>
        <p:nvSpPr>
          <p:cNvPr id="84" name="cross-cutting-text"/>
          <p:cNvSpPr>
            <a:spLocks noGrp="1"/>
          </p:cNvSpPr>
          <p:nvPr/>
        </p:nvSpPr>
        <p:spPr>
          <a:xfrm>
            <a:off x="742950" y="5781675"/>
            <a:ext cx="1066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Managed Identity + RBAC secure access   •   Application Insights + Log Analytics observe the whole request path</a:t>
            </a:r>
            <a:endParaRPr sz="1200" b="1">
              <a:solidFill>
                <a:srgbClr val="FFFFFF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r:id="rId1" p14:bwMode="auto">
            <p14:nvContentPartPr>
              <p14:cNvPr id="6" name="Ink 5"/>
              <p14:cNvContentPartPr/>
              <p14:nvPr/>
            </p14:nvContentPartPr>
            <p14:xfrm>
              <a:off x="581025" y="1781175"/>
              <a:ext cx="1190625" cy="1381125"/>
            </p14:xfrm>
          </p:contentPart>
        </mc:Choice>
        <mc:Fallback xmlns="">
          <p:pic>
            <p:nvPicPr>
              <p:cNvPr id="6" name="Ink 5"/>
            </p:nvPicPr>
            <p:blipFill>
              <a:blip r:embed="rId2"/>
            </p:blipFill>
            <p:spPr>
              <a:xfrm>
                <a:off x="581025" y="1781175"/>
                <a:ext cx="1190625" cy="138112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3" p14:bwMode="auto">
            <p14:nvContentPartPr>
              <p14:cNvPr id="7" name="Ink 6"/>
              <p14:cNvContentPartPr/>
              <p14:nvPr/>
            </p14:nvContentPartPr>
            <p14:xfrm>
              <a:off x="2080895" y="2114550"/>
              <a:ext cx="1095375" cy="923925"/>
            </p14:xfrm>
          </p:contentPart>
        </mc:Choice>
        <mc:Fallback xmlns="">
          <p:pic>
            <p:nvPicPr>
              <p:cNvPr id="7" name="Ink 6"/>
            </p:nvPicPr>
            <p:blipFill>
              <a:blip r:embed="rId4"/>
            </p:blipFill>
            <p:spPr>
              <a:xfrm>
                <a:off x="2080895" y="2114550"/>
                <a:ext cx="1095375" cy="92392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5" p14:bwMode="auto">
            <p14:nvContentPartPr>
              <p14:cNvPr id="8" name="Ink 7"/>
              <p14:cNvContentPartPr/>
              <p14:nvPr/>
            </p14:nvContentPartPr>
            <p14:xfrm>
              <a:off x="3033395" y="1518920"/>
              <a:ext cx="3338830" cy="704850"/>
            </p14:xfrm>
          </p:contentPart>
        </mc:Choice>
        <mc:Fallback xmlns="">
          <p:pic>
            <p:nvPicPr>
              <p:cNvPr id="8" name="Ink 7"/>
            </p:nvPicPr>
            <p:blipFill>
              <a:blip r:embed="rId6"/>
            </p:blipFill>
            <p:spPr>
              <a:xfrm>
                <a:off x="3033395" y="1518920"/>
                <a:ext cx="3338830" cy="70485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7" p14:bwMode="auto">
            <p14:nvContentPartPr>
              <p14:cNvPr id="9" name="Ink 8"/>
              <p14:cNvContentPartPr/>
              <p14:nvPr/>
            </p14:nvContentPartPr>
            <p14:xfrm>
              <a:off x="6071870" y="1680845"/>
              <a:ext cx="433705" cy="367030"/>
            </p14:xfrm>
          </p:contentPart>
        </mc:Choice>
        <mc:Fallback xmlns="">
          <p:pic>
            <p:nvPicPr>
              <p:cNvPr id="9" name="Ink 8"/>
            </p:nvPicPr>
            <p:blipFill>
              <a:blip r:embed="rId8"/>
            </p:blipFill>
            <p:spPr>
              <a:xfrm>
                <a:off x="6071870" y="1680845"/>
                <a:ext cx="433705" cy="36703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9" p14:bwMode="auto">
            <p14:nvContentPartPr>
              <p14:cNvPr id="10" name="Ink 9"/>
              <p14:cNvContentPartPr/>
              <p14:nvPr/>
            </p14:nvContentPartPr>
            <p14:xfrm>
              <a:off x="5319395" y="2709545"/>
              <a:ext cx="1290955" cy="890905"/>
            </p14:xfrm>
          </p:contentPart>
        </mc:Choice>
        <mc:Fallback xmlns="">
          <p:pic>
            <p:nvPicPr>
              <p:cNvPr id="10" name="Ink 9"/>
            </p:nvPicPr>
            <p:blipFill>
              <a:blip r:embed="rId10"/>
            </p:blipFill>
            <p:spPr>
              <a:xfrm>
                <a:off x="5319395" y="2709545"/>
                <a:ext cx="1290955" cy="89090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11" p14:bwMode="auto">
            <p14:nvContentPartPr>
              <p14:cNvPr id="11" name="Ink 10"/>
              <p14:cNvContentPartPr/>
              <p14:nvPr/>
            </p14:nvContentPartPr>
            <p14:xfrm>
              <a:off x="5309870" y="3423920"/>
              <a:ext cx="300355" cy="219075"/>
            </p14:xfrm>
          </p:contentPart>
        </mc:Choice>
        <mc:Fallback xmlns="">
          <p:pic>
            <p:nvPicPr>
              <p:cNvPr id="11" name="Ink 10"/>
            </p:nvPicPr>
            <p:blipFill>
              <a:blip r:embed="rId12"/>
            </p:blipFill>
            <p:spPr>
              <a:xfrm>
                <a:off x="5309870" y="3423920"/>
                <a:ext cx="300355" cy="21907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13" p14:bwMode="auto">
            <p14:nvContentPartPr>
              <p14:cNvPr id="12" name="Ink 11"/>
              <p14:cNvContentPartPr/>
              <p14:nvPr/>
            </p14:nvContentPartPr>
            <p14:xfrm>
              <a:off x="6976745" y="2552700"/>
              <a:ext cx="176530" cy="1080770"/>
            </p14:xfrm>
          </p:contentPart>
        </mc:Choice>
        <mc:Fallback xmlns="">
          <p:pic>
            <p:nvPicPr>
              <p:cNvPr id="12" name="Ink 11"/>
            </p:nvPicPr>
            <p:blipFill>
              <a:blip r:embed="rId14"/>
            </p:blipFill>
            <p:spPr>
              <a:xfrm>
                <a:off x="6976745" y="2552700"/>
                <a:ext cx="176530" cy="108077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15" p14:bwMode="auto">
            <p14:nvContentPartPr>
              <p14:cNvPr id="13" name="Ink 12"/>
              <p14:cNvContentPartPr/>
              <p14:nvPr/>
            </p14:nvContentPartPr>
            <p14:xfrm>
              <a:off x="6881495" y="3362325"/>
              <a:ext cx="371475" cy="342900"/>
            </p14:xfrm>
          </p:contentPart>
        </mc:Choice>
        <mc:Fallback xmlns="">
          <p:pic>
            <p:nvPicPr>
              <p:cNvPr id="13" name="Ink 12"/>
            </p:nvPicPr>
            <p:blipFill>
              <a:blip r:embed="rId16"/>
            </p:blipFill>
            <p:spPr>
              <a:xfrm>
                <a:off x="6881495" y="3362325"/>
                <a:ext cx="371475" cy="34290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17" p14:bwMode="auto">
            <p14:nvContentPartPr>
              <p14:cNvPr id="14" name="Ink 13"/>
              <p14:cNvContentPartPr/>
              <p14:nvPr/>
            </p14:nvContentPartPr>
            <p14:xfrm>
              <a:off x="3162300" y="3048000"/>
              <a:ext cx="133350" cy="609600"/>
            </p14:xfrm>
          </p:contentPart>
        </mc:Choice>
        <mc:Fallback xmlns="">
          <p:pic>
            <p:nvPicPr>
              <p:cNvPr id="14" name="Ink 13"/>
            </p:nvPicPr>
            <p:blipFill>
              <a:blip r:embed="rId18"/>
            </p:blipFill>
            <p:spPr>
              <a:xfrm>
                <a:off x="3162300" y="3048000"/>
                <a:ext cx="133350" cy="60960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19" p14:bwMode="auto">
            <p14:nvContentPartPr>
              <p14:cNvPr id="15" name="Ink 14"/>
              <p14:cNvContentPartPr/>
              <p14:nvPr/>
            </p14:nvContentPartPr>
            <p14:xfrm>
              <a:off x="3166745" y="2838450"/>
              <a:ext cx="243205" cy="409575"/>
            </p14:xfrm>
          </p:contentPart>
        </mc:Choice>
        <mc:Fallback xmlns="">
          <p:pic>
            <p:nvPicPr>
              <p:cNvPr id="15" name="Ink 14"/>
            </p:nvPicPr>
            <p:blipFill>
              <a:blip r:embed="rId20"/>
            </p:blipFill>
            <p:spPr>
              <a:xfrm>
                <a:off x="3166745" y="2838450"/>
                <a:ext cx="243205" cy="40957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21" p14:bwMode="auto">
            <p14:nvContentPartPr>
              <p14:cNvPr id="16" name="Ink 15"/>
              <p14:cNvContentPartPr/>
              <p14:nvPr/>
            </p14:nvContentPartPr>
            <p14:xfrm>
              <a:off x="3166745" y="2947670"/>
              <a:ext cx="2748280" cy="690880"/>
            </p14:xfrm>
          </p:contentPart>
        </mc:Choice>
        <mc:Fallback xmlns="">
          <p:pic>
            <p:nvPicPr>
              <p:cNvPr id="16" name="Ink 15"/>
            </p:nvPicPr>
            <p:blipFill>
              <a:blip r:embed="rId22"/>
            </p:blipFill>
            <p:spPr>
              <a:xfrm>
                <a:off x="3166745" y="2947670"/>
                <a:ext cx="2748280" cy="69088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23" p14:bwMode="auto">
            <p14:nvContentPartPr>
              <p14:cNvPr id="17" name="Ink 16"/>
              <p14:cNvContentPartPr/>
              <p14:nvPr/>
            </p14:nvContentPartPr>
            <p14:xfrm>
              <a:off x="5871845" y="2795270"/>
              <a:ext cx="200025" cy="209550"/>
            </p14:xfrm>
          </p:contentPart>
        </mc:Choice>
        <mc:Fallback xmlns="">
          <p:pic>
            <p:nvPicPr>
              <p:cNvPr id="17" name="Ink 16"/>
            </p:nvPicPr>
            <p:blipFill>
              <a:blip r:embed="rId24"/>
            </p:blipFill>
            <p:spPr>
              <a:xfrm>
                <a:off x="5871845" y="2795270"/>
                <a:ext cx="200025" cy="20955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25" p14:bwMode="auto">
            <p14:nvContentPartPr>
              <p14:cNvPr id="18" name="Ink 17"/>
              <p14:cNvContentPartPr/>
              <p14:nvPr/>
            </p14:nvContentPartPr>
            <p14:xfrm>
              <a:off x="2195195" y="3362325"/>
              <a:ext cx="1314450" cy="695325"/>
            </p14:xfrm>
          </p:contentPart>
        </mc:Choice>
        <mc:Fallback xmlns="">
          <p:pic>
            <p:nvPicPr>
              <p:cNvPr id="18" name="Ink 17"/>
            </p:nvPicPr>
            <p:blipFill>
              <a:blip r:embed="rId26"/>
            </p:blipFill>
            <p:spPr>
              <a:xfrm>
                <a:off x="2195195" y="3362325"/>
                <a:ext cx="1314450" cy="69532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27" p14:bwMode="auto">
            <p14:nvContentPartPr>
              <p14:cNvPr id="19" name="Ink 18"/>
              <p14:cNvContentPartPr/>
              <p14:nvPr/>
            </p14:nvContentPartPr>
            <p14:xfrm>
              <a:off x="7800975" y="3257550"/>
              <a:ext cx="1576070" cy="819150"/>
            </p14:xfrm>
          </p:contentPart>
        </mc:Choice>
        <mc:Fallback xmlns="">
          <p:pic>
            <p:nvPicPr>
              <p:cNvPr id="19" name="Ink 18"/>
            </p:nvPicPr>
            <p:blipFill>
              <a:blip r:embed="rId28"/>
            </p:blipFill>
            <p:spPr>
              <a:xfrm>
                <a:off x="7800975" y="3257550"/>
                <a:ext cx="1576070" cy="81915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29" p14:bwMode="auto">
            <p14:nvContentPartPr>
              <p14:cNvPr id="20" name="Ink 19"/>
              <p14:cNvContentPartPr/>
              <p14:nvPr/>
            </p14:nvContentPartPr>
            <p14:xfrm>
              <a:off x="7376795" y="3048000"/>
              <a:ext cx="700405" cy="533400"/>
            </p14:xfrm>
          </p:contentPart>
        </mc:Choice>
        <mc:Fallback xmlns="">
          <p:pic>
            <p:nvPicPr>
              <p:cNvPr id="20" name="Ink 19"/>
            </p:nvPicPr>
            <p:blipFill>
              <a:blip r:embed="rId30"/>
            </p:blipFill>
            <p:spPr>
              <a:xfrm>
                <a:off x="7376795" y="3048000"/>
                <a:ext cx="700405" cy="53340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31" p14:bwMode="auto">
            <p14:nvContentPartPr>
              <p14:cNvPr id="21" name="Ink 20"/>
              <p14:cNvContentPartPr/>
              <p14:nvPr/>
            </p14:nvContentPartPr>
            <p14:xfrm>
              <a:off x="3505200" y="2880995"/>
              <a:ext cx="4591050" cy="609600"/>
            </p14:xfrm>
          </p:contentPart>
        </mc:Choice>
        <mc:Fallback xmlns="">
          <p:pic>
            <p:nvPicPr>
              <p:cNvPr id="21" name="Ink 20"/>
            </p:nvPicPr>
            <p:blipFill>
              <a:blip r:embed="rId32"/>
            </p:blipFill>
            <p:spPr>
              <a:xfrm>
                <a:off x="3505200" y="2880995"/>
                <a:ext cx="4591050" cy="60960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33" p14:bwMode="auto">
            <p14:nvContentPartPr>
              <p14:cNvPr id="40" name="Ink 39"/>
              <p14:cNvContentPartPr/>
              <p14:nvPr/>
            </p14:nvContentPartPr>
            <p14:xfrm>
              <a:off x="9810750" y="3176270"/>
              <a:ext cx="1642745" cy="748030"/>
            </p14:xfrm>
          </p:contentPart>
        </mc:Choice>
        <mc:Fallback xmlns="">
          <p:pic>
            <p:nvPicPr>
              <p:cNvPr id="40" name="Ink 39"/>
            </p:nvPicPr>
            <p:blipFill>
              <a:blip r:embed="rId34"/>
            </p:blipFill>
            <p:spPr>
              <a:xfrm>
                <a:off x="9810750" y="3176270"/>
                <a:ext cx="1642745" cy="74803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35" p14:bwMode="auto">
            <p14:nvContentPartPr>
              <p14:cNvPr id="41" name="Ink 40"/>
              <p14:cNvContentPartPr/>
              <p14:nvPr/>
            </p14:nvContentPartPr>
            <p14:xfrm>
              <a:off x="2642870" y="4772025"/>
              <a:ext cx="1152525" cy="795020"/>
            </p14:xfrm>
          </p:contentPart>
        </mc:Choice>
        <mc:Fallback xmlns="">
          <p:pic>
            <p:nvPicPr>
              <p:cNvPr id="41" name="Ink 40"/>
            </p:nvPicPr>
            <p:blipFill>
              <a:blip r:embed="rId36"/>
            </p:blipFill>
            <p:spPr>
              <a:xfrm>
                <a:off x="2642870" y="4772025"/>
                <a:ext cx="1152525" cy="79502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37" p14:bwMode="auto">
            <p14:nvContentPartPr>
              <p14:cNvPr id="42" name="Ink 41"/>
              <p14:cNvContentPartPr/>
              <p14:nvPr/>
            </p14:nvContentPartPr>
            <p14:xfrm>
              <a:off x="3695700" y="3976370"/>
              <a:ext cx="2762250" cy="742950"/>
            </p14:xfrm>
          </p:contentPart>
        </mc:Choice>
        <mc:Fallback xmlns="">
          <p:pic>
            <p:nvPicPr>
              <p:cNvPr id="42" name="Ink 41"/>
            </p:nvPicPr>
            <p:blipFill>
              <a:blip r:embed="rId38"/>
            </p:blipFill>
            <p:spPr>
              <a:xfrm>
                <a:off x="3695700" y="3976370"/>
                <a:ext cx="2762250" cy="74295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39" p14:bwMode="auto">
            <p14:nvContentPartPr>
              <p14:cNvPr id="43" name="Ink 42"/>
              <p14:cNvContentPartPr/>
              <p14:nvPr/>
            </p14:nvContentPartPr>
            <p14:xfrm>
              <a:off x="3819525" y="5057775"/>
              <a:ext cx="704850" cy="90170"/>
            </p14:xfrm>
          </p:contentPart>
        </mc:Choice>
        <mc:Fallback xmlns="">
          <p:pic>
            <p:nvPicPr>
              <p:cNvPr id="43" name="Ink 42"/>
            </p:nvPicPr>
            <p:blipFill>
              <a:blip r:embed="rId40"/>
            </p:blipFill>
            <p:spPr>
              <a:xfrm>
                <a:off x="3819525" y="5057775"/>
                <a:ext cx="704850" cy="9017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41" p14:bwMode="auto">
            <p14:nvContentPartPr>
              <p14:cNvPr id="59" name="Ink 58"/>
              <p14:cNvContentPartPr/>
              <p14:nvPr/>
            </p14:nvContentPartPr>
            <p14:xfrm>
              <a:off x="4410075" y="4638675"/>
              <a:ext cx="1261745" cy="1019175"/>
            </p14:xfrm>
          </p:contentPart>
        </mc:Choice>
        <mc:Fallback xmlns="">
          <p:pic>
            <p:nvPicPr>
              <p:cNvPr id="59" name="Ink 58"/>
            </p:nvPicPr>
            <p:blipFill>
              <a:blip r:embed="rId42"/>
            </p:blipFill>
            <p:spPr>
              <a:xfrm>
                <a:off x="4410075" y="4638675"/>
                <a:ext cx="1261745" cy="101917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43" p14:bwMode="auto">
            <p14:nvContentPartPr>
              <p14:cNvPr id="60" name="Ink 59"/>
              <p14:cNvContentPartPr/>
              <p14:nvPr/>
            </p14:nvContentPartPr>
            <p14:xfrm>
              <a:off x="5652770" y="5043170"/>
              <a:ext cx="805180" cy="19050"/>
            </p14:xfrm>
          </p:contentPart>
        </mc:Choice>
        <mc:Fallback xmlns="">
          <p:pic>
            <p:nvPicPr>
              <p:cNvPr id="60" name="Ink 59"/>
            </p:nvPicPr>
            <p:blipFill>
              <a:blip r:embed="rId44"/>
            </p:blipFill>
            <p:spPr>
              <a:xfrm>
                <a:off x="5652770" y="5043170"/>
                <a:ext cx="805180" cy="1905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45" p14:bwMode="auto">
            <p14:nvContentPartPr>
              <p14:cNvPr id="61" name="Ink 60"/>
              <p14:cNvContentPartPr/>
              <p14:nvPr/>
            </p14:nvContentPartPr>
            <p14:xfrm>
              <a:off x="6290945" y="4905375"/>
              <a:ext cx="205105" cy="285750"/>
            </p14:xfrm>
          </p:contentPart>
        </mc:Choice>
        <mc:Fallback xmlns="">
          <p:pic>
            <p:nvPicPr>
              <p:cNvPr id="61" name="Ink 60"/>
            </p:nvPicPr>
            <p:blipFill>
              <a:blip r:embed="rId46"/>
            </p:blipFill>
            <p:spPr>
              <a:xfrm>
                <a:off x="6290945" y="4905375"/>
                <a:ext cx="205105" cy="28575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47" p14:bwMode="auto">
            <p14:nvContentPartPr>
              <p14:cNvPr id="62" name="Ink 61"/>
              <p14:cNvContentPartPr/>
              <p14:nvPr/>
            </p14:nvContentPartPr>
            <p14:xfrm>
              <a:off x="6200775" y="4752975"/>
              <a:ext cx="1337945" cy="785495"/>
            </p14:xfrm>
          </p:contentPart>
        </mc:Choice>
        <mc:Fallback xmlns="">
          <p:pic>
            <p:nvPicPr>
              <p:cNvPr id="62" name="Ink 61"/>
            </p:nvPicPr>
            <p:blipFill>
              <a:blip r:embed="rId48"/>
            </p:blipFill>
            <p:spPr>
              <a:xfrm>
                <a:off x="6200775" y="4752975"/>
                <a:ext cx="1337945" cy="78549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49" p14:bwMode="auto">
            <p14:nvContentPartPr>
              <p14:cNvPr id="63" name="Ink 62"/>
              <p14:cNvContentPartPr/>
              <p14:nvPr/>
            </p14:nvContentPartPr>
            <p14:xfrm>
              <a:off x="6614795" y="5257800"/>
              <a:ext cx="838200" cy="13970"/>
            </p14:xfrm>
          </p:contentPart>
        </mc:Choice>
        <mc:Fallback xmlns="">
          <p:pic>
            <p:nvPicPr>
              <p:cNvPr id="63" name="Ink 62"/>
            </p:nvPicPr>
            <p:blipFill>
              <a:blip r:embed="rId50"/>
            </p:blipFill>
            <p:spPr>
              <a:xfrm>
                <a:off x="6614795" y="5257800"/>
                <a:ext cx="838200" cy="1397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51" p14:bwMode="auto">
            <p14:nvContentPartPr>
              <p14:cNvPr id="64" name="Ink 63"/>
              <p14:cNvContentPartPr/>
              <p14:nvPr/>
            </p14:nvContentPartPr>
            <p14:xfrm>
              <a:off x="6643370" y="4667250"/>
              <a:ext cx="1109980" cy="647700"/>
            </p14:xfrm>
          </p:contentPart>
        </mc:Choice>
        <mc:Fallback xmlns="">
          <p:pic>
            <p:nvPicPr>
              <p:cNvPr id="64" name="Ink 63"/>
            </p:nvPicPr>
            <p:blipFill>
              <a:blip r:embed="rId52"/>
            </p:blipFill>
            <p:spPr>
              <a:xfrm>
                <a:off x="6643370" y="4667250"/>
                <a:ext cx="1109980" cy="64770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53" p14:bwMode="auto">
            <p14:nvContentPartPr>
              <p14:cNvPr id="65" name="Ink 64"/>
              <p14:cNvContentPartPr/>
              <p14:nvPr/>
            </p14:nvContentPartPr>
            <p14:xfrm>
              <a:off x="7677150" y="4557395"/>
              <a:ext cx="880745" cy="262255"/>
            </p14:xfrm>
          </p:contentPart>
        </mc:Choice>
        <mc:Fallback xmlns="">
          <p:pic>
            <p:nvPicPr>
              <p:cNvPr id="65" name="Ink 64"/>
            </p:nvPicPr>
            <p:blipFill>
              <a:blip r:embed="rId54"/>
            </p:blipFill>
            <p:spPr>
              <a:xfrm>
                <a:off x="7677150" y="4557395"/>
                <a:ext cx="880745" cy="26225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55" p14:bwMode="auto">
            <p14:nvContentPartPr>
              <p14:cNvPr id="79" name="Ink 78"/>
              <p14:cNvContentPartPr/>
              <p14:nvPr/>
            </p14:nvContentPartPr>
            <p14:xfrm>
              <a:off x="8305800" y="4533900"/>
              <a:ext cx="347345" cy="142875"/>
            </p14:xfrm>
          </p:contentPart>
        </mc:Choice>
        <mc:Fallback xmlns="">
          <p:pic>
            <p:nvPicPr>
              <p:cNvPr id="79" name="Ink 78"/>
            </p:nvPicPr>
            <p:blipFill>
              <a:blip r:embed="rId56"/>
            </p:blipFill>
            <p:spPr>
              <a:xfrm>
                <a:off x="8305800" y="4533900"/>
                <a:ext cx="347345" cy="14287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57" p14:bwMode="auto">
            <p14:nvContentPartPr>
              <p14:cNvPr id="80" name="Ink 79"/>
              <p14:cNvContentPartPr/>
              <p14:nvPr/>
            </p14:nvContentPartPr>
            <p14:xfrm>
              <a:off x="8091170" y="4648200"/>
              <a:ext cx="1724025" cy="785495"/>
            </p14:xfrm>
          </p:contentPart>
        </mc:Choice>
        <mc:Fallback xmlns="">
          <p:pic>
            <p:nvPicPr>
              <p:cNvPr id="80" name="Ink 79"/>
            </p:nvPicPr>
            <p:blipFill>
              <a:blip r:embed="rId58"/>
            </p:blipFill>
            <p:spPr>
              <a:xfrm>
                <a:off x="8091170" y="4648200"/>
                <a:ext cx="1724025" cy="78549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59" p14:bwMode="auto">
            <p14:nvContentPartPr>
              <p14:cNvPr id="81" name="Ink 80"/>
              <p14:cNvContentPartPr/>
              <p14:nvPr/>
            </p14:nvContentPartPr>
            <p14:xfrm>
              <a:off x="9758045" y="1718945"/>
              <a:ext cx="2005330" cy="1043305"/>
            </p14:xfrm>
          </p:contentPart>
        </mc:Choice>
        <mc:Fallback xmlns="">
          <p:pic>
            <p:nvPicPr>
              <p:cNvPr id="81" name="Ink 80"/>
            </p:nvPicPr>
            <p:blipFill>
              <a:blip r:embed="rId60"/>
            </p:blipFill>
            <p:spPr>
              <a:xfrm>
                <a:off x="9758045" y="1718945"/>
                <a:ext cx="2005330" cy="104330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61" p14:bwMode="auto">
            <p14:nvContentPartPr>
              <p14:cNvPr id="82" name="Ink 81"/>
              <p14:cNvContentPartPr/>
              <p14:nvPr/>
            </p14:nvContentPartPr>
            <p14:xfrm>
              <a:off x="10262870" y="2447925"/>
              <a:ext cx="781050" cy="52070"/>
            </p14:xfrm>
          </p:contentPart>
        </mc:Choice>
        <mc:Fallback xmlns="">
          <p:pic>
            <p:nvPicPr>
              <p:cNvPr id="82" name="Ink 81"/>
            </p:nvPicPr>
            <p:blipFill>
              <a:blip r:embed="rId62"/>
            </p:blipFill>
            <p:spPr>
              <a:xfrm>
                <a:off x="10262870" y="2447925"/>
                <a:ext cx="781050" cy="5207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63" p14:bwMode="auto">
            <p14:nvContentPartPr>
              <p14:cNvPr id="85" name="Ink 84"/>
              <p14:cNvContentPartPr/>
              <p14:nvPr/>
            </p14:nvContentPartPr>
            <p14:xfrm>
              <a:off x="3404870" y="1866900"/>
              <a:ext cx="314325" cy="356870"/>
            </p14:xfrm>
          </p:contentPart>
        </mc:Choice>
        <mc:Fallback xmlns="">
          <p:pic>
            <p:nvPicPr>
              <p:cNvPr id="85" name="Ink 84"/>
            </p:nvPicPr>
            <p:blipFill>
              <a:blip r:embed="rId64"/>
            </p:blipFill>
            <p:spPr>
              <a:xfrm>
                <a:off x="3404870" y="1866900"/>
                <a:ext cx="314325" cy="356870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65" p14:bwMode="auto">
            <p14:nvContentPartPr>
              <p14:cNvPr id="86" name="Ink 85"/>
              <p14:cNvContentPartPr/>
              <p14:nvPr/>
            </p14:nvContentPartPr>
            <p14:xfrm>
              <a:off x="3695700" y="1828800"/>
              <a:ext cx="2099945" cy="142875"/>
            </p14:xfrm>
          </p:contentPart>
        </mc:Choice>
        <mc:Fallback xmlns="">
          <p:pic>
            <p:nvPicPr>
              <p:cNvPr id="86" name="Ink 85"/>
            </p:nvPicPr>
            <p:blipFill>
              <a:blip r:embed="rId66"/>
            </p:blipFill>
            <p:spPr>
              <a:xfrm>
                <a:off x="3695700" y="1828800"/>
                <a:ext cx="2099945" cy="142875"/>
              </a:xfrm>
              <a:prstGeom prst="rect"/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r:id="rId67" p14:bwMode="auto">
            <p14:nvContentPartPr>
              <p14:cNvPr id="87" name="Ink 86"/>
              <p14:cNvContentPartPr/>
              <p14:nvPr/>
            </p14:nvContentPartPr>
            <p14:xfrm>
              <a:off x="5681345" y="1804670"/>
              <a:ext cx="266700" cy="142875"/>
            </p14:xfrm>
          </p:contentPart>
        </mc:Choice>
        <mc:Fallback xmlns="">
          <p:pic>
            <p:nvPicPr>
              <p:cNvPr id="87" name="Ink 86"/>
            </p:nvPicPr>
            <p:blipFill>
              <a:blip r:embed="rId68"/>
            </p:blipFill>
            <p:spPr>
              <a:xfrm>
                <a:off x="5681345" y="1804670"/>
                <a:ext cx="266700" cy="142875"/>
              </a:xfrm>
              <a:prstGeom prst="rect"/>
            </p:spPr>
          </p:pic>
        </mc:Fallback>
      </mc:AlternateContent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>
            <a:spLocks noGrp="1"/>
          </p:cNvSpPr>
          <p:nvPr/>
        </p:nvSpPr>
        <p:spPr>
          <a:xfrm>
            <a:off x="548640" y="457200"/>
            <a:ext cx="10058400" cy="20002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F6A72B"/>
                </a:solidFill>
              </a:defRPr>
            </a:pPr>
            <a:r>
              <a:rPr sz="1200" b="1" spc="200">
                <a:solidFill>
                  <a:srgbClr val="F6A72B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ABOUT ME</a:t>
            </a:r>
            <a:endParaRPr sz="1300" b="1" spc="200">
              <a:solidFill>
                <a:srgbClr val="F2A93B"/>
              </a:solidFill>
              <a:latin typeface="Calibri" panose="020F0502020204030204"/>
              <a:ea typeface="Calibri" panose="020F0502020204030204"/>
              <a:cs typeface="Calibri" panose="020F0502020204030204"/>
            </a:endParaRPr>
          </a:p>
        </p:txBody>
      </p:sp>
      <p:sp>
        <p:nvSpPr>
          <p:cNvPr id="22" name="Text 20"/>
          <p:cNvSpPr>
            <a:spLocks noGrp="1"/>
          </p:cNvSpPr>
          <p:nvPr/>
        </p:nvSpPr>
        <p:spPr>
          <a:xfrm>
            <a:off x="457200" y="6473952"/>
            <a:ext cx="1127455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000">
                <a:solidFill>
                  <a:srgbClr val="6B7280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Modern Enterprise Software Engineering  |  ÉSTIAM  |  Day 1</a:t>
            </a:r>
            <a:endParaRPr sz="1000"/>
          </a:p>
        </p:txBody>
      </p:sp>
      <p:sp>
        <p:nvSpPr>
          <p:cNvPr id="23" name="about-name"/>
          <p:cNvSpPr>
            <a:spLocks noGrp="1"/>
          </p:cNvSpPr>
          <p:nvPr/>
        </p:nvSpPr>
        <p:spPr>
          <a:xfrm>
            <a:off x="548640" y="876300"/>
            <a:ext cx="72390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600" b="1">
                <a:solidFill>
                  <a:srgbClr val="222D68"/>
                </a:solidFill>
              </a:defRPr>
            </a:pPr>
            <a:r>
              <a:rPr sz="3600" b="1">
                <a:solidFill>
                  <a:srgbClr val="222D68"/>
                </a:solidFill>
              </a:rPr>
              <a:t>Guilherme Sonego</a:t>
            </a:r>
            <a:endParaRPr sz="3600" b="1">
              <a:solidFill>
                <a:srgbClr val="222D68"/>
              </a:solidFill>
            </a:endParaRPr>
          </a:p>
        </p:txBody>
      </p:sp>
      <p:sp>
        <p:nvSpPr>
          <p:cNvPr id="24" name="about-role"/>
          <p:cNvSpPr>
            <a:spLocks noGrp="1"/>
          </p:cNvSpPr>
          <p:nvPr/>
        </p:nvSpPr>
        <p:spPr>
          <a:xfrm>
            <a:off x="548640" y="1581150"/>
            <a:ext cx="8572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C6688"/>
                </a:solidFill>
              </a:defRPr>
            </a:pPr>
            <a:r>
              <a:rPr lang="en-IE" sz="1650" b="0">
                <a:solidFill>
                  <a:srgbClr val="5C6688"/>
                </a:solidFill>
              </a:rPr>
              <a:t>Solution Architect</a:t>
            </a:r>
            <a:endParaRPr lang="en-IE" sz="1650" b="0">
              <a:solidFill>
                <a:srgbClr val="5C6688"/>
              </a:solidFill>
            </a:endParaRPr>
          </a:p>
        </p:txBody>
      </p:sp>
      <p:sp>
        <p:nvSpPr>
          <p:cNvPr id="25" name="about-accent"/>
          <p:cNvSpPr>
            <a:spLocks noGrp="1"/>
          </p:cNvSpPr>
          <p:nvPr/>
        </p:nvSpPr>
        <p:spPr>
          <a:xfrm>
            <a:off x="548640" y="2133600"/>
            <a:ext cx="1428750" cy="47625"/>
          </a:xfrm>
          <a:prstGeom prst="rect">
            <a:avLst/>
          </a:prstGeom>
          <a:solidFill>
            <a:srgbClr val="F6A72B"/>
          </a:solidFill>
          <a:ln w="0">
            <a:solidFill>
              <a:srgbClr val="F6A72B"/>
            </a:solidFill>
            <a:prstDash val="solid"/>
          </a:ln>
        </p:spPr>
      </p:sp>
      <p:sp>
        <p:nvSpPr>
          <p:cNvPr id="26" name="focus-surface"/>
          <p:cNvSpPr>
            <a:spLocks noGrp="1"/>
          </p:cNvSpPr>
          <p:nvPr/>
        </p:nvSpPr>
        <p:spPr>
          <a:xfrm>
            <a:off x="548640" y="2571750"/>
            <a:ext cx="3333750" cy="1695450"/>
          </a:xfrm>
          <a:prstGeom prst="roundRect">
            <a:avLst>
              <a:gd name="adj" fmla="val 6742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27" name="focus-title"/>
          <p:cNvSpPr>
            <a:spLocks noGrp="1"/>
          </p:cNvSpPr>
          <p:nvPr/>
        </p:nvSpPr>
        <p:spPr>
          <a:xfrm>
            <a:off x="662940" y="2647950"/>
            <a:ext cx="3105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22D68"/>
                </a:solidFill>
              </a:defRPr>
            </a:pPr>
            <a:r>
              <a:rPr sz="1800" b="1">
                <a:solidFill>
                  <a:srgbClr val="222D68"/>
                </a:solidFill>
              </a:rPr>
              <a:t>What I work with</a:t>
            </a:r>
            <a:endParaRPr sz="1800" b="1">
              <a:solidFill>
                <a:srgbClr val="222D68"/>
              </a:solidFill>
            </a:endParaRPr>
          </a:p>
        </p:txBody>
      </p:sp>
      <p:sp>
        <p:nvSpPr>
          <p:cNvPr id="28" name="focus-body"/>
          <p:cNvSpPr>
            <a:spLocks noGrp="1"/>
          </p:cNvSpPr>
          <p:nvPr/>
        </p:nvSpPr>
        <p:spPr>
          <a:xfrm>
            <a:off x="643890" y="2914650"/>
            <a:ext cx="3143250" cy="1304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Azure architecture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.NET and APIs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Containers and DevOps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br>
              <a:rPr sz="1350" b="0">
                <a:solidFill>
                  <a:srgbClr val="5C6688"/>
                </a:solidFill>
              </a:rPr>
            </a:br>
            <a:r>
              <a:rPr lang="en-IE" sz="1350" b="0">
                <a:solidFill>
                  <a:srgbClr val="5C6688"/>
                </a:solidFill>
              </a:rPr>
              <a:t>@AllianzTech (Ireland)</a:t>
            </a:r>
            <a:endParaRPr lang="en-IE" sz="1350" b="0">
              <a:solidFill>
                <a:srgbClr val="5C6688"/>
              </a:solidFill>
            </a:endParaRPr>
          </a:p>
        </p:txBody>
      </p:sp>
      <p:sp>
        <p:nvSpPr>
          <p:cNvPr id="29" name="approach-surface"/>
          <p:cNvSpPr>
            <a:spLocks noGrp="1"/>
          </p:cNvSpPr>
          <p:nvPr/>
        </p:nvSpPr>
        <p:spPr>
          <a:xfrm>
            <a:off x="4191000" y="2571750"/>
            <a:ext cx="3333750" cy="1695450"/>
          </a:xfrm>
          <a:prstGeom prst="roundRect">
            <a:avLst>
              <a:gd name="adj" fmla="val 6742"/>
            </a:avLst>
          </a:prstGeom>
          <a:solidFill>
            <a:srgbClr val="C9DAF8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30" name="approach-title"/>
          <p:cNvSpPr>
            <a:spLocks noGrp="1"/>
          </p:cNvSpPr>
          <p:nvPr/>
        </p:nvSpPr>
        <p:spPr>
          <a:xfrm>
            <a:off x="4305300" y="2647950"/>
            <a:ext cx="3105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22D68"/>
                </a:solidFill>
              </a:defRPr>
            </a:pPr>
            <a:r>
              <a:rPr sz="1800" b="1">
                <a:solidFill>
                  <a:srgbClr val="222D68"/>
                </a:solidFill>
              </a:rPr>
              <a:t>How we will learn</a:t>
            </a:r>
            <a:endParaRPr sz="1800" b="1">
              <a:solidFill>
                <a:srgbClr val="222D68"/>
              </a:solidFill>
            </a:endParaRPr>
          </a:p>
        </p:txBody>
      </p:sp>
      <p:sp>
        <p:nvSpPr>
          <p:cNvPr id="31" name="approach-body"/>
          <p:cNvSpPr>
            <a:spLocks noGrp="1"/>
          </p:cNvSpPr>
          <p:nvPr/>
        </p:nvSpPr>
        <p:spPr>
          <a:xfrm>
            <a:off x="4286250" y="2914650"/>
            <a:ext cx="3143250" cy="1304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Understand the trade-off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Build it live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Verify it end to end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Improve the same system</a:t>
            </a:r>
            <a:endParaRPr sz="1350" b="0">
              <a:solidFill>
                <a:srgbClr val="5C6688"/>
              </a:solidFill>
            </a:endParaRPr>
          </a:p>
        </p:txBody>
      </p:sp>
      <p:sp>
        <p:nvSpPr>
          <p:cNvPr id="32" name="course-surface"/>
          <p:cNvSpPr>
            <a:spLocks noGrp="1"/>
          </p:cNvSpPr>
          <p:nvPr/>
        </p:nvSpPr>
        <p:spPr>
          <a:xfrm>
            <a:off x="7829550" y="2571750"/>
            <a:ext cx="3333750" cy="1695450"/>
          </a:xfrm>
          <a:prstGeom prst="roundRect">
            <a:avLst>
              <a:gd name="adj" fmla="val 6742"/>
            </a:avLst>
          </a:prstGeom>
          <a:solidFill>
            <a:srgbClr val="EEF3FB"/>
          </a:solidFill>
          <a:ln w="14288">
            <a:solidFill>
              <a:srgbClr val="C9DAF8"/>
            </a:solidFill>
            <a:prstDash val="solid"/>
          </a:ln>
        </p:spPr>
      </p:sp>
      <p:sp>
        <p:nvSpPr>
          <p:cNvPr id="33" name="course-title"/>
          <p:cNvSpPr>
            <a:spLocks noGrp="1"/>
          </p:cNvSpPr>
          <p:nvPr/>
        </p:nvSpPr>
        <p:spPr>
          <a:xfrm>
            <a:off x="7943850" y="2647950"/>
            <a:ext cx="31051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22D68"/>
                </a:solidFill>
              </a:defRPr>
            </a:pPr>
            <a:r>
              <a:rPr sz="1800" b="1">
                <a:solidFill>
                  <a:srgbClr val="222D68"/>
                </a:solidFill>
              </a:rPr>
              <a:t>What to expect</a:t>
            </a:r>
            <a:endParaRPr sz="1800" b="1">
              <a:solidFill>
                <a:srgbClr val="222D68"/>
              </a:solidFill>
            </a:endParaRPr>
          </a:p>
        </p:txBody>
      </p:sp>
      <p:sp>
        <p:nvSpPr>
          <p:cNvPr id="34" name="course-body"/>
          <p:cNvSpPr>
            <a:spLocks noGrp="1"/>
          </p:cNvSpPr>
          <p:nvPr/>
        </p:nvSpPr>
        <p:spPr>
          <a:xfrm>
            <a:off x="7924800" y="2914650"/>
            <a:ext cx="3143250" cy="13049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Practical Azure decisions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Real deployment issues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One project across modules</a:t>
            </a:r>
            <a:endParaRPr sz="1350" b="0">
              <a:solidFill>
                <a:srgbClr val="5C6688"/>
              </a:solidFill>
            </a:endParaRPr>
          </a:p>
          <a:p>
            <a:pPr algn="ctr">
              <a:defRPr sz="1350" b="0">
                <a:solidFill>
                  <a:srgbClr val="5C6688"/>
                </a:solidFill>
              </a:defRPr>
            </a:pPr>
            <a:r>
              <a:rPr sz="1350" b="0">
                <a:solidFill>
                  <a:srgbClr val="5C6688"/>
                </a:solidFill>
              </a:rPr>
              <a:t>Questions are welcome</a:t>
            </a:r>
            <a:endParaRPr sz="1350" b="0">
              <a:solidFill>
                <a:srgbClr val="5C6688"/>
              </a:solidFill>
            </a:endParaRPr>
          </a:p>
        </p:txBody>
      </p:sp>
      <p:sp>
        <p:nvSpPr>
          <p:cNvPr id="35" name="contact-bar"/>
          <p:cNvSpPr>
            <a:spLocks noGrp="1"/>
          </p:cNvSpPr>
          <p:nvPr/>
        </p:nvSpPr>
        <p:spPr>
          <a:xfrm>
            <a:off x="548640" y="4762500"/>
            <a:ext cx="10610850" cy="914400"/>
          </a:xfrm>
          <a:prstGeom prst="roundRect">
            <a:avLst>
              <a:gd name="adj" fmla="val 12500"/>
            </a:avLst>
          </a:prstGeom>
          <a:solidFill>
            <a:srgbClr val="222D68"/>
          </a:solidFill>
          <a:ln w="0">
            <a:solidFill>
              <a:srgbClr val="222D68"/>
            </a:solidFill>
            <a:prstDash val="solid"/>
          </a:ln>
        </p:spPr>
      </p:sp>
      <p:sp>
        <p:nvSpPr>
          <p:cNvPr id="36" name="contact-label"/>
          <p:cNvSpPr>
            <a:spLocks noGrp="1"/>
          </p:cNvSpPr>
          <p:nvPr/>
        </p:nvSpPr>
        <p:spPr>
          <a:xfrm>
            <a:off x="819150" y="49530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F6A72B"/>
                </a:solidFill>
              </a:defRPr>
            </a:pPr>
            <a:r>
              <a:rPr sz="1125" b="1">
                <a:solidFill>
                  <a:srgbClr val="F6A72B"/>
                </a:solidFill>
              </a:rPr>
              <a:t>CONTACT</a:t>
            </a:r>
            <a:endParaRPr sz="1125" b="1">
              <a:solidFill>
                <a:srgbClr val="F6A72B"/>
              </a:solidFill>
            </a:endParaRPr>
          </a:p>
        </p:txBody>
      </p:sp>
      <p:sp>
        <p:nvSpPr>
          <p:cNvPr id="37" name="contact-email"/>
          <p:cNvSpPr>
            <a:spLocks noGrp="1"/>
          </p:cNvSpPr>
          <p:nvPr/>
        </p:nvSpPr>
        <p:spPr>
          <a:xfrm>
            <a:off x="819150" y="5219700"/>
            <a:ext cx="476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</a:defRPr>
            </a:pPr>
            <a:r>
              <a:rPr lang="en-US" altLang="en-US" sz="1725" b="1">
                <a:solidFill>
                  <a:srgbClr val="FFFFFF"/>
                </a:solidFill>
              </a:rPr>
              <a:t>guilherme-sonego.neto@estiam.com</a:t>
            </a:r>
            <a:endParaRPr lang="en-US" altLang="en-US" sz="1725" b="1">
              <a:solidFill>
                <a:srgbClr val="FFFFFF"/>
              </a:solidFill>
            </a:endParaRPr>
          </a:p>
        </p:txBody>
      </p:sp>
      <p:sp>
        <p:nvSpPr>
          <p:cNvPr id="38" name="contact-message"/>
          <p:cNvSpPr>
            <a:spLocks noGrp="1"/>
          </p:cNvSpPr>
          <p:nvPr/>
        </p:nvSpPr>
        <p:spPr>
          <a:xfrm>
            <a:off x="5619750" y="5048250"/>
            <a:ext cx="5143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350" b="0">
                <a:solidFill>
                  <a:srgbClr val="DDE5FF"/>
                </a:solidFill>
              </a:defRPr>
            </a:pPr>
            <a:r>
              <a:rPr sz="1350" b="0">
                <a:solidFill>
                  <a:srgbClr val="DDE5FF"/>
                </a:solidFill>
              </a:rPr>
              <a:t>Let’s build, test and understand the system together.</a:t>
            </a:r>
            <a:endParaRPr sz="1350" b="0">
              <a:solidFill>
                <a:srgbClr val="DDE5FF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Shape 0"/>
          <p:cNvSpPr>
            <a:spLocks noGrp="1"/>
          </p:cNvSpPr>
          <p:nvPr/>
        </p:nvSpPr>
        <p:spPr>
          <a:xfrm>
            <a:off x="10698480" y="457200"/>
            <a:ext cx="914400" cy="914400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3" name="Text 1"/>
          <p:cNvSpPr>
            <a:spLocks noGrp="1"/>
          </p:cNvSpPr>
          <p:nvPr/>
        </p:nvSpPr>
        <p:spPr>
          <a:xfrm>
            <a:off x="731520" y="2926080"/>
            <a:ext cx="10241280" cy="9144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3000" b="1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Next: </a:t>
            </a:r>
            <a:r>
              <a:rPr sz="3000" b="1">
                <a:solidFill>
                  <a:srgbClr val="FFFFFF"/>
                </a:solidFill>
                <a:latin typeface="Cambria" panose="02040503050406030204"/>
                <a:ea typeface="Cambria" panose="02040503050406030204"/>
                <a:cs typeface="Cambria" panose="02040503050406030204"/>
              </a:rPr>
              <a:t>Azure Subscription</a:t>
            </a:r>
            <a:endParaRPr sz="3000" b="1">
              <a:solidFill>
                <a:srgbClr val="FFFFFF"/>
              </a:solidFill>
              <a:latin typeface="Cambria" panose="02040503050406030204"/>
              <a:ea typeface="Cambria" panose="02040503050406030204"/>
              <a:cs typeface="Cambria" panose="02040503050406030204"/>
            </a:endParaRPr>
          </a:p>
        </p:txBody>
      </p:sp>
      <p:sp>
        <p:nvSpPr>
          <p:cNvPr id="4" name="Text 2"/>
          <p:cNvSpPr>
            <a:spLocks noGrp="1"/>
          </p:cNvSpPr>
          <p:nvPr/>
        </p:nvSpPr>
        <p:spPr>
          <a:xfrm>
            <a:off x="731520" y="3794760"/>
            <a:ext cx="9601200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ct val="125000"/>
              </a:lnSpc>
              <a:buNone/>
            </a:pPr>
            <a:r>
              <a:rPr sz="16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Let’s see how to set up an Azure Subscription before moving on</a:t>
            </a:r>
            <a:r>
              <a:rPr sz="1600">
                <a:solidFill>
                  <a:srgbClr val="CADCFC"/>
                </a:solidFill>
                <a:latin typeface="Calibri" panose="020F0502020204030204"/>
                <a:ea typeface="Calibri" panose="020F0502020204030204"/>
                <a:cs typeface="Calibri" panose="020F0502020204030204"/>
              </a:rPr>
              <a:t>.</a:t>
            </a:r>
            <a:endParaRPr sz="16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2876</Words>
  <Application>WPS Presentation</Application>
  <PresentationFormat>Converted Presentation</PresentationFormat>
  <Paragraphs>227</Paragraphs>
  <Slides>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7" baseType="lpstr">
      <vt:lpstr>Arial</vt:lpstr>
      <vt:lpstr>SimSun</vt:lpstr>
      <vt:lpstr>Wingdings</vt:lpstr>
      <vt:lpstr>Arial</vt:lpstr>
      <vt:lpstr>Calibri</vt:lpstr>
      <vt:lpstr>Cambria</vt:lpstr>
      <vt:lpstr>Microsoft YaHei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Guilherme Sonego Neto</cp:lastModifiedBy>
  <cp:revision>6</cp:revision>
  <dcterms:created xsi:type="dcterms:W3CDTF">2026-08-31T17:54:00Z</dcterms:created>
  <dcterms:modified xsi:type="dcterms:W3CDTF">2026-09-01T10:59:10Z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9D514519D0304B76A07C48EB50F51241_12</vt:lpwstr>
  </property>
  <property fmtid="{D5CDD505-2E9C-101B-9397-08002B2CF9AE}" pid="3" name="KSOProductBuildVer">
    <vt:lpwstr>1033-12.1.0.28485</vt:lpwstr>
  </property>
</Properties>
</file>